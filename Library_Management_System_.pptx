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330199"/>
            <a:ext cx="5648960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6019" y="1482598"/>
            <a:ext cx="5323840" cy="294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21@gmail.com" TargetMode="External"/><Relationship Id="rId3" Type="http://schemas.openxmlformats.org/officeDocument/2006/relationships/hyperlink" Target="mailto:s22@gmail.com" TargetMode="External"/><Relationship Id="rId4" Type="http://schemas.openxmlformats.org/officeDocument/2006/relationships/hyperlink" Target="mailto:s23@gmail.com" TargetMode="External"/><Relationship Id="rId5" Type="http://schemas.openxmlformats.org/officeDocument/2006/relationships/hyperlink" Target="mailto:s24@gmail.com" TargetMode="External"/><Relationship Id="rId6" Type="http://schemas.openxmlformats.org/officeDocument/2006/relationships/hyperlink" Target="mailto:s25@gmail.com" TargetMode="External"/><Relationship Id="rId7" Type="http://schemas.openxmlformats.org/officeDocument/2006/relationships/hyperlink" Target="mailto:s26@gmail.com" TargetMode="External"/><Relationship Id="rId8" Type="http://schemas.openxmlformats.org/officeDocument/2006/relationships/hyperlink" Target="mailto:s27@gmail.com" TargetMode="External"/><Relationship Id="rId9" Type="http://schemas.openxmlformats.org/officeDocument/2006/relationships/hyperlink" Target="mailto:s28@gmail.com" TargetMode="External"/><Relationship Id="rId10" Type="http://schemas.openxmlformats.org/officeDocument/2006/relationships/hyperlink" Target="mailto:s29@gmail.com" TargetMode="External"/><Relationship Id="rId11" Type="http://schemas.openxmlformats.org/officeDocument/2006/relationships/hyperlink" Target="mailto:s30@gmail.com" TargetMode="External"/><Relationship Id="rId12" Type="http://schemas.openxmlformats.org/officeDocument/2006/relationships/hyperlink" Target="mailto:s31@gmail.com" TargetMode="External"/><Relationship Id="rId13" Type="http://schemas.openxmlformats.org/officeDocument/2006/relationships/hyperlink" Target="mailto:s32@gmail.com" TargetMode="External"/><Relationship Id="rId14" Type="http://schemas.openxmlformats.org/officeDocument/2006/relationships/hyperlink" Target="mailto:s33@gmail.com" TargetMode="External"/><Relationship Id="rId15" Type="http://schemas.openxmlformats.org/officeDocument/2006/relationships/hyperlink" Target="mailto:s34@gmail.com" TargetMode="External"/><Relationship Id="rId16" Type="http://schemas.openxmlformats.org/officeDocument/2006/relationships/hyperlink" Target="mailto:s35@gmail.com" TargetMode="External"/><Relationship Id="rId17" Type="http://schemas.openxmlformats.org/officeDocument/2006/relationships/hyperlink" Target="mailto:s36@gmail.com" TargetMode="External"/><Relationship Id="rId18" Type="http://schemas.openxmlformats.org/officeDocument/2006/relationships/hyperlink" Target="mailto:s37@gmail.com" TargetMode="External"/><Relationship Id="rId19" Type="http://schemas.openxmlformats.org/officeDocument/2006/relationships/hyperlink" Target="mailto:s38@gmail.com" TargetMode="External"/><Relationship Id="rId20" Type="http://schemas.openxmlformats.org/officeDocument/2006/relationships/hyperlink" Target="mailto:s39@gmail.com" TargetMode="External"/><Relationship Id="rId21" Type="http://schemas.openxmlformats.org/officeDocument/2006/relationships/hyperlink" Target="mailto:s40@gmail.com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DE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34459" y="1341609"/>
            <a:ext cx="4291965" cy="1402080"/>
          </a:xfrm>
          <a:prstGeom prst="rect"/>
        </p:spPr>
        <p:txBody>
          <a:bodyPr wrap="square" lIns="0" tIns="1327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dirty="0" sz="4200" spc="-10"/>
              <a:t>LIBRARY</a:t>
            </a:r>
            <a:endParaRPr sz="4200"/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dirty="0" sz="3400" spc="-20"/>
              <a:t>MANAGEMENT</a:t>
            </a:r>
            <a:r>
              <a:rPr dirty="0" sz="3400" spc="-90"/>
              <a:t> </a:t>
            </a:r>
            <a:r>
              <a:rPr dirty="0" sz="3400" spc="-10"/>
              <a:t>SYSTEM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5125465" y="3814826"/>
            <a:ext cx="191198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Calibri"/>
                <a:cs typeface="Calibri"/>
              </a:rPr>
              <a:t>Database: LIBRARY_DB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100" y="330199"/>
            <a:ext cx="337947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70"/>
              <a:t> </a:t>
            </a:r>
            <a:r>
              <a:rPr dirty="0"/>
              <a:t>1</a:t>
            </a:r>
            <a:r>
              <a:rPr dirty="0" spc="-55"/>
              <a:t> </a:t>
            </a:r>
            <a:r>
              <a:rPr dirty="0"/>
              <a:t>—</a:t>
            </a:r>
            <a:r>
              <a:rPr dirty="0" spc="-65"/>
              <a:t> </a:t>
            </a:r>
            <a:r>
              <a:rPr dirty="0" spc="-10"/>
              <a:t>Create</a:t>
            </a:r>
            <a:r>
              <a:rPr dirty="0" spc="-55"/>
              <a:t> </a:t>
            </a:r>
            <a:r>
              <a:rPr dirty="0" spc="-10"/>
              <a:t>Tables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5800" y="1408202"/>
            <a:ext cx="10784205" cy="574675"/>
            <a:chOff x="685800" y="1408202"/>
            <a:chExt cx="10784205" cy="5746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408202"/>
              <a:ext cx="10783824" cy="5745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901" y="1417701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19">
                  <a:moveTo>
                    <a:pt x="10614660" y="0"/>
                  </a:moveTo>
                  <a:lnTo>
                    <a:pt x="83820" y="0"/>
                  </a:lnTo>
                  <a:lnTo>
                    <a:pt x="51193" y="6578"/>
                  </a:lnTo>
                  <a:lnTo>
                    <a:pt x="24550" y="24526"/>
                  </a:lnTo>
                  <a:lnTo>
                    <a:pt x="6587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87" y="451752"/>
                  </a:lnTo>
                  <a:lnTo>
                    <a:pt x="24550" y="478393"/>
                  </a:lnTo>
                  <a:lnTo>
                    <a:pt x="51193" y="496341"/>
                  </a:lnTo>
                  <a:lnTo>
                    <a:pt x="83820" y="502920"/>
                  </a:lnTo>
                  <a:lnTo>
                    <a:pt x="10614660" y="502920"/>
                  </a:lnTo>
                  <a:lnTo>
                    <a:pt x="10647312" y="496341"/>
                  </a:lnTo>
                  <a:lnTo>
                    <a:pt x="10673953" y="478393"/>
                  </a:lnTo>
                  <a:lnTo>
                    <a:pt x="10691901" y="451752"/>
                  </a:lnTo>
                  <a:lnTo>
                    <a:pt x="10698480" y="419100"/>
                  </a:lnTo>
                  <a:lnTo>
                    <a:pt x="10698480" y="83820"/>
                  </a:lnTo>
                  <a:lnTo>
                    <a:pt x="10691901" y="51167"/>
                  </a:lnTo>
                  <a:lnTo>
                    <a:pt x="10673953" y="24526"/>
                  </a:lnTo>
                  <a:lnTo>
                    <a:pt x="10647312" y="6578"/>
                  </a:lnTo>
                  <a:lnTo>
                    <a:pt x="10614660" y="0"/>
                  </a:lnTo>
                  <a:close/>
                </a:path>
              </a:pathLst>
            </a:custGeom>
            <a:solidFill>
              <a:srgbClr val="DD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1901" y="1417701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19">
                  <a:moveTo>
                    <a:pt x="0" y="83820"/>
                  </a:moveTo>
                  <a:lnTo>
                    <a:pt x="6587" y="51167"/>
                  </a:lnTo>
                  <a:lnTo>
                    <a:pt x="24550" y="24526"/>
                  </a:lnTo>
                  <a:lnTo>
                    <a:pt x="51193" y="6578"/>
                  </a:lnTo>
                  <a:lnTo>
                    <a:pt x="83820" y="0"/>
                  </a:lnTo>
                  <a:lnTo>
                    <a:pt x="10614660" y="0"/>
                  </a:lnTo>
                  <a:lnTo>
                    <a:pt x="10647312" y="6578"/>
                  </a:lnTo>
                  <a:lnTo>
                    <a:pt x="10673953" y="24526"/>
                  </a:lnTo>
                  <a:lnTo>
                    <a:pt x="10691901" y="51167"/>
                  </a:lnTo>
                  <a:lnTo>
                    <a:pt x="10698480" y="83820"/>
                  </a:lnTo>
                  <a:lnTo>
                    <a:pt x="10698480" y="419100"/>
                  </a:lnTo>
                  <a:lnTo>
                    <a:pt x="10691901" y="451752"/>
                  </a:lnTo>
                  <a:lnTo>
                    <a:pt x="10673953" y="478393"/>
                  </a:lnTo>
                  <a:lnTo>
                    <a:pt x="10647312" y="496341"/>
                  </a:lnTo>
                  <a:lnTo>
                    <a:pt x="10614660" y="502920"/>
                  </a:lnTo>
                  <a:lnTo>
                    <a:pt x="83820" y="502920"/>
                  </a:lnTo>
                  <a:lnTo>
                    <a:pt x="51193" y="496341"/>
                  </a:lnTo>
                  <a:lnTo>
                    <a:pt x="24550" y="478393"/>
                  </a:lnTo>
                  <a:lnTo>
                    <a:pt x="6587" y="451752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685800" y="2066570"/>
            <a:ext cx="10784205" cy="574675"/>
            <a:chOff x="685800" y="2066570"/>
            <a:chExt cx="10784205" cy="5746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2066570"/>
              <a:ext cx="10783824" cy="5745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901" y="2076068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19">
                  <a:moveTo>
                    <a:pt x="10614660" y="0"/>
                  </a:moveTo>
                  <a:lnTo>
                    <a:pt x="83820" y="0"/>
                  </a:lnTo>
                  <a:lnTo>
                    <a:pt x="51193" y="6578"/>
                  </a:lnTo>
                  <a:lnTo>
                    <a:pt x="24550" y="24526"/>
                  </a:lnTo>
                  <a:lnTo>
                    <a:pt x="6587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87" y="451752"/>
                  </a:lnTo>
                  <a:lnTo>
                    <a:pt x="24550" y="478393"/>
                  </a:lnTo>
                  <a:lnTo>
                    <a:pt x="51193" y="496341"/>
                  </a:lnTo>
                  <a:lnTo>
                    <a:pt x="83820" y="502919"/>
                  </a:lnTo>
                  <a:lnTo>
                    <a:pt x="10614660" y="502919"/>
                  </a:lnTo>
                  <a:lnTo>
                    <a:pt x="10647312" y="496341"/>
                  </a:lnTo>
                  <a:lnTo>
                    <a:pt x="10673953" y="478393"/>
                  </a:lnTo>
                  <a:lnTo>
                    <a:pt x="10691901" y="451752"/>
                  </a:lnTo>
                  <a:lnTo>
                    <a:pt x="10698480" y="419100"/>
                  </a:lnTo>
                  <a:lnTo>
                    <a:pt x="10698480" y="83819"/>
                  </a:lnTo>
                  <a:lnTo>
                    <a:pt x="10691901" y="51167"/>
                  </a:lnTo>
                  <a:lnTo>
                    <a:pt x="10673953" y="24526"/>
                  </a:lnTo>
                  <a:lnTo>
                    <a:pt x="10647312" y="6578"/>
                  </a:lnTo>
                  <a:lnTo>
                    <a:pt x="10614660" y="0"/>
                  </a:lnTo>
                  <a:close/>
                </a:path>
              </a:pathLst>
            </a:custGeom>
            <a:solidFill>
              <a:srgbClr val="DD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31901" y="2076068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19">
                  <a:moveTo>
                    <a:pt x="0" y="83819"/>
                  </a:moveTo>
                  <a:lnTo>
                    <a:pt x="6587" y="51167"/>
                  </a:lnTo>
                  <a:lnTo>
                    <a:pt x="24550" y="24526"/>
                  </a:lnTo>
                  <a:lnTo>
                    <a:pt x="51193" y="6578"/>
                  </a:lnTo>
                  <a:lnTo>
                    <a:pt x="83820" y="0"/>
                  </a:lnTo>
                  <a:lnTo>
                    <a:pt x="10614660" y="0"/>
                  </a:lnTo>
                  <a:lnTo>
                    <a:pt x="10647312" y="6578"/>
                  </a:lnTo>
                  <a:lnTo>
                    <a:pt x="10673953" y="24526"/>
                  </a:lnTo>
                  <a:lnTo>
                    <a:pt x="10691901" y="51167"/>
                  </a:lnTo>
                  <a:lnTo>
                    <a:pt x="10698480" y="83819"/>
                  </a:lnTo>
                  <a:lnTo>
                    <a:pt x="10698480" y="419100"/>
                  </a:lnTo>
                  <a:lnTo>
                    <a:pt x="10691901" y="451752"/>
                  </a:lnTo>
                  <a:lnTo>
                    <a:pt x="10673953" y="478393"/>
                  </a:lnTo>
                  <a:lnTo>
                    <a:pt x="10647312" y="496341"/>
                  </a:lnTo>
                  <a:lnTo>
                    <a:pt x="10614660" y="502919"/>
                  </a:lnTo>
                  <a:lnTo>
                    <a:pt x="83820" y="502919"/>
                  </a:lnTo>
                  <a:lnTo>
                    <a:pt x="51193" y="496341"/>
                  </a:lnTo>
                  <a:lnTo>
                    <a:pt x="24550" y="478393"/>
                  </a:lnTo>
                  <a:lnTo>
                    <a:pt x="6587" y="451752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85800" y="2724938"/>
            <a:ext cx="10784205" cy="574675"/>
            <a:chOff x="685800" y="2724938"/>
            <a:chExt cx="10784205" cy="5746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2724938"/>
              <a:ext cx="10783824" cy="5745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1901" y="2734436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19">
                  <a:moveTo>
                    <a:pt x="10614660" y="0"/>
                  </a:moveTo>
                  <a:lnTo>
                    <a:pt x="83820" y="0"/>
                  </a:lnTo>
                  <a:lnTo>
                    <a:pt x="51193" y="6578"/>
                  </a:lnTo>
                  <a:lnTo>
                    <a:pt x="24550" y="24526"/>
                  </a:lnTo>
                  <a:lnTo>
                    <a:pt x="6587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87" y="451752"/>
                  </a:lnTo>
                  <a:lnTo>
                    <a:pt x="24550" y="478393"/>
                  </a:lnTo>
                  <a:lnTo>
                    <a:pt x="51193" y="496341"/>
                  </a:lnTo>
                  <a:lnTo>
                    <a:pt x="83820" y="502920"/>
                  </a:lnTo>
                  <a:lnTo>
                    <a:pt x="10614660" y="502920"/>
                  </a:lnTo>
                  <a:lnTo>
                    <a:pt x="10647312" y="496341"/>
                  </a:lnTo>
                  <a:lnTo>
                    <a:pt x="10673953" y="478393"/>
                  </a:lnTo>
                  <a:lnTo>
                    <a:pt x="10691901" y="451752"/>
                  </a:lnTo>
                  <a:lnTo>
                    <a:pt x="10698480" y="419100"/>
                  </a:lnTo>
                  <a:lnTo>
                    <a:pt x="10698480" y="83820"/>
                  </a:lnTo>
                  <a:lnTo>
                    <a:pt x="10691901" y="51167"/>
                  </a:lnTo>
                  <a:lnTo>
                    <a:pt x="10673953" y="24526"/>
                  </a:lnTo>
                  <a:lnTo>
                    <a:pt x="10647312" y="6578"/>
                  </a:lnTo>
                  <a:lnTo>
                    <a:pt x="10614660" y="0"/>
                  </a:lnTo>
                  <a:close/>
                </a:path>
              </a:pathLst>
            </a:custGeom>
            <a:solidFill>
              <a:srgbClr val="DD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1901" y="2734436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19">
                  <a:moveTo>
                    <a:pt x="0" y="83820"/>
                  </a:moveTo>
                  <a:lnTo>
                    <a:pt x="6587" y="51167"/>
                  </a:lnTo>
                  <a:lnTo>
                    <a:pt x="24550" y="24526"/>
                  </a:lnTo>
                  <a:lnTo>
                    <a:pt x="51193" y="6578"/>
                  </a:lnTo>
                  <a:lnTo>
                    <a:pt x="83820" y="0"/>
                  </a:lnTo>
                  <a:lnTo>
                    <a:pt x="10614660" y="0"/>
                  </a:lnTo>
                  <a:lnTo>
                    <a:pt x="10647312" y="6578"/>
                  </a:lnTo>
                  <a:lnTo>
                    <a:pt x="10673953" y="24526"/>
                  </a:lnTo>
                  <a:lnTo>
                    <a:pt x="10691901" y="51167"/>
                  </a:lnTo>
                  <a:lnTo>
                    <a:pt x="10698480" y="83820"/>
                  </a:lnTo>
                  <a:lnTo>
                    <a:pt x="10698480" y="419100"/>
                  </a:lnTo>
                  <a:lnTo>
                    <a:pt x="10691901" y="451752"/>
                  </a:lnTo>
                  <a:lnTo>
                    <a:pt x="10673953" y="478393"/>
                  </a:lnTo>
                  <a:lnTo>
                    <a:pt x="10647312" y="496341"/>
                  </a:lnTo>
                  <a:lnTo>
                    <a:pt x="10614660" y="502920"/>
                  </a:lnTo>
                  <a:lnTo>
                    <a:pt x="83820" y="502920"/>
                  </a:lnTo>
                  <a:lnTo>
                    <a:pt x="51193" y="496341"/>
                  </a:lnTo>
                  <a:lnTo>
                    <a:pt x="24550" y="478393"/>
                  </a:lnTo>
                  <a:lnTo>
                    <a:pt x="6587" y="451752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685800" y="3383306"/>
            <a:ext cx="10784205" cy="574675"/>
            <a:chOff x="685800" y="3383306"/>
            <a:chExt cx="10784205" cy="57467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3383306"/>
              <a:ext cx="10783824" cy="57452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31901" y="3392805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20">
                  <a:moveTo>
                    <a:pt x="10614660" y="0"/>
                  </a:moveTo>
                  <a:lnTo>
                    <a:pt x="83820" y="0"/>
                  </a:lnTo>
                  <a:lnTo>
                    <a:pt x="51193" y="6578"/>
                  </a:lnTo>
                  <a:lnTo>
                    <a:pt x="24550" y="24526"/>
                  </a:lnTo>
                  <a:lnTo>
                    <a:pt x="6587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87" y="451752"/>
                  </a:lnTo>
                  <a:lnTo>
                    <a:pt x="24550" y="478393"/>
                  </a:lnTo>
                  <a:lnTo>
                    <a:pt x="51193" y="496341"/>
                  </a:lnTo>
                  <a:lnTo>
                    <a:pt x="83820" y="502920"/>
                  </a:lnTo>
                  <a:lnTo>
                    <a:pt x="10614660" y="502920"/>
                  </a:lnTo>
                  <a:lnTo>
                    <a:pt x="10647312" y="496341"/>
                  </a:lnTo>
                  <a:lnTo>
                    <a:pt x="10673953" y="478393"/>
                  </a:lnTo>
                  <a:lnTo>
                    <a:pt x="10691901" y="451752"/>
                  </a:lnTo>
                  <a:lnTo>
                    <a:pt x="10698480" y="419100"/>
                  </a:lnTo>
                  <a:lnTo>
                    <a:pt x="10698480" y="83820"/>
                  </a:lnTo>
                  <a:lnTo>
                    <a:pt x="10691901" y="51167"/>
                  </a:lnTo>
                  <a:lnTo>
                    <a:pt x="10673953" y="24526"/>
                  </a:lnTo>
                  <a:lnTo>
                    <a:pt x="10647312" y="6578"/>
                  </a:lnTo>
                  <a:lnTo>
                    <a:pt x="10614660" y="0"/>
                  </a:lnTo>
                  <a:close/>
                </a:path>
              </a:pathLst>
            </a:custGeom>
            <a:solidFill>
              <a:srgbClr val="DD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31901" y="3392805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20">
                  <a:moveTo>
                    <a:pt x="0" y="83820"/>
                  </a:moveTo>
                  <a:lnTo>
                    <a:pt x="6587" y="51167"/>
                  </a:lnTo>
                  <a:lnTo>
                    <a:pt x="24550" y="24526"/>
                  </a:lnTo>
                  <a:lnTo>
                    <a:pt x="51193" y="6578"/>
                  </a:lnTo>
                  <a:lnTo>
                    <a:pt x="83820" y="0"/>
                  </a:lnTo>
                  <a:lnTo>
                    <a:pt x="10614660" y="0"/>
                  </a:lnTo>
                  <a:lnTo>
                    <a:pt x="10647312" y="6578"/>
                  </a:lnTo>
                  <a:lnTo>
                    <a:pt x="10673953" y="24526"/>
                  </a:lnTo>
                  <a:lnTo>
                    <a:pt x="10691901" y="51167"/>
                  </a:lnTo>
                  <a:lnTo>
                    <a:pt x="10698480" y="83820"/>
                  </a:lnTo>
                  <a:lnTo>
                    <a:pt x="10698480" y="419100"/>
                  </a:lnTo>
                  <a:lnTo>
                    <a:pt x="10691901" y="451752"/>
                  </a:lnTo>
                  <a:lnTo>
                    <a:pt x="10673953" y="478393"/>
                  </a:lnTo>
                  <a:lnTo>
                    <a:pt x="10647312" y="496341"/>
                  </a:lnTo>
                  <a:lnTo>
                    <a:pt x="10614660" y="502920"/>
                  </a:lnTo>
                  <a:lnTo>
                    <a:pt x="83820" y="502920"/>
                  </a:lnTo>
                  <a:lnTo>
                    <a:pt x="51193" y="496341"/>
                  </a:lnTo>
                  <a:lnTo>
                    <a:pt x="24550" y="478393"/>
                  </a:lnTo>
                  <a:lnTo>
                    <a:pt x="6587" y="451752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85800" y="4041674"/>
            <a:ext cx="10784205" cy="574675"/>
            <a:chOff x="685800" y="4041674"/>
            <a:chExt cx="10784205" cy="5746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4041674"/>
              <a:ext cx="10783824" cy="57452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1901" y="4051173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20">
                  <a:moveTo>
                    <a:pt x="10614660" y="0"/>
                  </a:moveTo>
                  <a:lnTo>
                    <a:pt x="83820" y="0"/>
                  </a:lnTo>
                  <a:lnTo>
                    <a:pt x="51193" y="6578"/>
                  </a:lnTo>
                  <a:lnTo>
                    <a:pt x="24550" y="24526"/>
                  </a:lnTo>
                  <a:lnTo>
                    <a:pt x="6587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87" y="451752"/>
                  </a:lnTo>
                  <a:lnTo>
                    <a:pt x="24550" y="478393"/>
                  </a:lnTo>
                  <a:lnTo>
                    <a:pt x="51193" y="496341"/>
                  </a:lnTo>
                  <a:lnTo>
                    <a:pt x="83820" y="502919"/>
                  </a:lnTo>
                  <a:lnTo>
                    <a:pt x="10614660" y="502919"/>
                  </a:lnTo>
                  <a:lnTo>
                    <a:pt x="10647312" y="496341"/>
                  </a:lnTo>
                  <a:lnTo>
                    <a:pt x="10673953" y="478393"/>
                  </a:lnTo>
                  <a:lnTo>
                    <a:pt x="10691901" y="451752"/>
                  </a:lnTo>
                  <a:lnTo>
                    <a:pt x="10698480" y="419100"/>
                  </a:lnTo>
                  <a:lnTo>
                    <a:pt x="10698480" y="83819"/>
                  </a:lnTo>
                  <a:lnTo>
                    <a:pt x="10691901" y="51167"/>
                  </a:lnTo>
                  <a:lnTo>
                    <a:pt x="10673953" y="24526"/>
                  </a:lnTo>
                  <a:lnTo>
                    <a:pt x="10647312" y="6578"/>
                  </a:lnTo>
                  <a:lnTo>
                    <a:pt x="10614660" y="0"/>
                  </a:lnTo>
                  <a:close/>
                </a:path>
              </a:pathLst>
            </a:custGeom>
            <a:solidFill>
              <a:srgbClr val="DD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1901" y="4051173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20">
                  <a:moveTo>
                    <a:pt x="0" y="83819"/>
                  </a:moveTo>
                  <a:lnTo>
                    <a:pt x="6587" y="51167"/>
                  </a:lnTo>
                  <a:lnTo>
                    <a:pt x="24550" y="24526"/>
                  </a:lnTo>
                  <a:lnTo>
                    <a:pt x="51193" y="6578"/>
                  </a:lnTo>
                  <a:lnTo>
                    <a:pt x="83820" y="0"/>
                  </a:lnTo>
                  <a:lnTo>
                    <a:pt x="10614660" y="0"/>
                  </a:lnTo>
                  <a:lnTo>
                    <a:pt x="10647312" y="6578"/>
                  </a:lnTo>
                  <a:lnTo>
                    <a:pt x="10673953" y="24526"/>
                  </a:lnTo>
                  <a:lnTo>
                    <a:pt x="10691901" y="51167"/>
                  </a:lnTo>
                  <a:lnTo>
                    <a:pt x="10698480" y="83819"/>
                  </a:lnTo>
                  <a:lnTo>
                    <a:pt x="10698480" y="419100"/>
                  </a:lnTo>
                  <a:lnTo>
                    <a:pt x="10691901" y="451752"/>
                  </a:lnTo>
                  <a:lnTo>
                    <a:pt x="10673953" y="478393"/>
                  </a:lnTo>
                  <a:lnTo>
                    <a:pt x="10647312" y="496341"/>
                  </a:lnTo>
                  <a:lnTo>
                    <a:pt x="10614660" y="502919"/>
                  </a:lnTo>
                  <a:lnTo>
                    <a:pt x="83820" y="502919"/>
                  </a:lnTo>
                  <a:lnTo>
                    <a:pt x="51193" y="496341"/>
                  </a:lnTo>
                  <a:lnTo>
                    <a:pt x="24550" y="478393"/>
                  </a:lnTo>
                  <a:lnTo>
                    <a:pt x="6587" y="451752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685800" y="4700042"/>
            <a:ext cx="10784205" cy="574675"/>
            <a:chOff x="685800" y="4700042"/>
            <a:chExt cx="10784205" cy="57467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4700042"/>
              <a:ext cx="10783824" cy="57452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1901" y="4709540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20">
                  <a:moveTo>
                    <a:pt x="10614660" y="0"/>
                  </a:moveTo>
                  <a:lnTo>
                    <a:pt x="83820" y="0"/>
                  </a:lnTo>
                  <a:lnTo>
                    <a:pt x="51193" y="6578"/>
                  </a:lnTo>
                  <a:lnTo>
                    <a:pt x="24550" y="24526"/>
                  </a:lnTo>
                  <a:lnTo>
                    <a:pt x="6587" y="51167"/>
                  </a:lnTo>
                  <a:lnTo>
                    <a:pt x="0" y="83819"/>
                  </a:lnTo>
                  <a:lnTo>
                    <a:pt x="0" y="419099"/>
                  </a:lnTo>
                  <a:lnTo>
                    <a:pt x="6587" y="451752"/>
                  </a:lnTo>
                  <a:lnTo>
                    <a:pt x="24550" y="478393"/>
                  </a:lnTo>
                  <a:lnTo>
                    <a:pt x="51193" y="496341"/>
                  </a:lnTo>
                  <a:lnTo>
                    <a:pt x="83820" y="502919"/>
                  </a:lnTo>
                  <a:lnTo>
                    <a:pt x="10614660" y="502919"/>
                  </a:lnTo>
                  <a:lnTo>
                    <a:pt x="10647312" y="496341"/>
                  </a:lnTo>
                  <a:lnTo>
                    <a:pt x="10673953" y="478393"/>
                  </a:lnTo>
                  <a:lnTo>
                    <a:pt x="10691901" y="451752"/>
                  </a:lnTo>
                  <a:lnTo>
                    <a:pt x="10698480" y="419099"/>
                  </a:lnTo>
                  <a:lnTo>
                    <a:pt x="10698480" y="83819"/>
                  </a:lnTo>
                  <a:lnTo>
                    <a:pt x="10691901" y="51167"/>
                  </a:lnTo>
                  <a:lnTo>
                    <a:pt x="10673953" y="24526"/>
                  </a:lnTo>
                  <a:lnTo>
                    <a:pt x="10647312" y="6578"/>
                  </a:lnTo>
                  <a:lnTo>
                    <a:pt x="10614660" y="0"/>
                  </a:lnTo>
                  <a:close/>
                </a:path>
              </a:pathLst>
            </a:custGeom>
            <a:solidFill>
              <a:srgbClr val="DD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31901" y="4709540"/>
              <a:ext cx="10698480" cy="502920"/>
            </a:xfrm>
            <a:custGeom>
              <a:avLst/>
              <a:gdLst/>
              <a:ahLst/>
              <a:cxnLst/>
              <a:rect l="l" t="t" r="r" b="b"/>
              <a:pathLst>
                <a:path w="10698480" h="502920">
                  <a:moveTo>
                    <a:pt x="0" y="83819"/>
                  </a:moveTo>
                  <a:lnTo>
                    <a:pt x="6587" y="51167"/>
                  </a:lnTo>
                  <a:lnTo>
                    <a:pt x="24550" y="24526"/>
                  </a:lnTo>
                  <a:lnTo>
                    <a:pt x="51193" y="6578"/>
                  </a:lnTo>
                  <a:lnTo>
                    <a:pt x="83820" y="0"/>
                  </a:lnTo>
                  <a:lnTo>
                    <a:pt x="10614660" y="0"/>
                  </a:lnTo>
                  <a:lnTo>
                    <a:pt x="10647312" y="6578"/>
                  </a:lnTo>
                  <a:lnTo>
                    <a:pt x="10673953" y="24526"/>
                  </a:lnTo>
                  <a:lnTo>
                    <a:pt x="10691901" y="51167"/>
                  </a:lnTo>
                  <a:lnTo>
                    <a:pt x="10698480" y="83819"/>
                  </a:lnTo>
                  <a:lnTo>
                    <a:pt x="10698480" y="419099"/>
                  </a:lnTo>
                  <a:lnTo>
                    <a:pt x="10691901" y="451752"/>
                  </a:lnTo>
                  <a:lnTo>
                    <a:pt x="10673953" y="478393"/>
                  </a:lnTo>
                  <a:lnTo>
                    <a:pt x="10647312" y="496341"/>
                  </a:lnTo>
                  <a:lnTo>
                    <a:pt x="10614660" y="502919"/>
                  </a:lnTo>
                  <a:lnTo>
                    <a:pt x="83820" y="502919"/>
                  </a:lnTo>
                  <a:lnTo>
                    <a:pt x="51193" y="496341"/>
                  </a:lnTo>
                  <a:lnTo>
                    <a:pt x="24550" y="478393"/>
                  </a:lnTo>
                  <a:lnTo>
                    <a:pt x="6587" y="451752"/>
                  </a:lnTo>
                  <a:lnTo>
                    <a:pt x="0" y="419099"/>
                  </a:lnTo>
                  <a:lnTo>
                    <a:pt x="0" y="83819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00531" y="919226"/>
            <a:ext cx="6587490" cy="417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-10">
                <a:latin typeface="Calibri"/>
                <a:cs typeface="Calibri"/>
              </a:rPr>
              <a:t> related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>
              <a:latin typeface="Calibri"/>
              <a:cs typeface="Calibri"/>
            </a:endParaRPr>
          </a:p>
          <a:p>
            <a:pPr marL="516255" indent="-211454">
              <a:lnSpc>
                <a:spcPct val="100000"/>
              </a:lnSpc>
              <a:buAutoNum type="arabicPeriod"/>
              <a:tabLst>
                <a:tab pos="516255" algn="l"/>
              </a:tabLst>
            </a:pPr>
            <a:r>
              <a:rPr dirty="0" sz="1700">
                <a:latin typeface="Calibri"/>
                <a:cs typeface="Calibri"/>
              </a:rPr>
              <a:t>LMS_MEMBERS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—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library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member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details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Font typeface="Calibri"/>
              <a:buAutoNum type="arabicPeriod"/>
            </a:pPr>
            <a:endParaRPr sz="1700">
              <a:latin typeface="Calibri"/>
              <a:cs typeface="Calibri"/>
            </a:endParaRPr>
          </a:p>
          <a:p>
            <a:pPr marL="516255" indent="-211454">
              <a:lnSpc>
                <a:spcPct val="100000"/>
              </a:lnSpc>
              <a:buAutoNum type="arabicPeriod"/>
              <a:tabLst>
                <a:tab pos="516255" algn="l"/>
              </a:tabLst>
            </a:pPr>
            <a:r>
              <a:rPr dirty="0" sz="1700" spc="-10">
                <a:latin typeface="Calibri"/>
                <a:cs typeface="Calibri"/>
              </a:rPr>
              <a:t>LMS_SUPPLIERS_DETAILS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—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supplier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details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Calibri"/>
              <a:buAutoNum type="arabicPeriod"/>
            </a:pPr>
            <a:endParaRPr sz="1700">
              <a:latin typeface="Calibri"/>
              <a:cs typeface="Calibri"/>
            </a:endParaRPr>
          </a:p>
          <a:p>
            <a:pPr marL="516255" indent="-21145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16255" algn="l"/>
              </a:tabLst>
            </a:pPr>
            <a:r>
              <a:rPr dirty="0" sz="1700" spc="-10">
                <a:latin typeface="Calibri"/>
                <a:cs typeface="Calibri"/>
              </a:rPr>
              <a:t>LMS_FINE_DETAILS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—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fine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ranges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amounts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Calibri"/>
              <a:buAutoNum type="arabicPeriod"/>
            </a:pPr>
            <a:endParaRPr sz="1700">
              <a:latin typeface="Calibri"/>
              <a:cs typeface="Calibri"/>
            </a:endParaRPr>
          </a:p>
          <a:p>
            <a:pPr marL="516255" indent="-211454">
              <a:lnSpc>
                <a:spcPct val="100000"/>
              </a:lnSpc>
              <a:buAutoNum type="arabicPeriod"/>
              <a:tabLst>
                <a:tab pos="516255" algn="l"/>
              </a:tabLst>
            </a:pPr>
            <a:r>
              <a:rPr dirty="0" sz="1700" spc="-20">
                <a:latin typeface="Calibri"/>
                <a:cs typeface="Calibri"/>
              </a:rPr>
              <a:t>LMS_BOOK_DETAILS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—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stores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book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information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supplier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relation</a:t>
            </a:r>
            <a:endParaRPr sz="1700">
              <a:latin typeface="Calibri"/>
              <a:cs typeface="Calibri"/>
            </a:endParaRPr>
          </a:p>
          <a:p>
            <a:pPr marL="304800" marR="161290" indent="211454">
              <a:lnSpc>
                <a:spcPct val="254100"/>
              </a:lnSpc>
              <a:spcBef>
                <a:spcPts val="5"/>
              </a:spcBef>
              <a:buAutoNum type="arabicPeriod"/>
              <a:tabLst>
                <a:tab pos="516255" algn="l"/>
              </a:tabLst>
            </a:pPr>
            <a:r>
              <a:rPr dirty="0" sz="1700">
                <a:latin typeface="Calibri"/>
                <a:cs typeface="Calibri"/>
              </a:rPr>
              <a:t>LMS_BOOK_ISSUE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—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stores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book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issue,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return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fine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information </a:t>
            </a:r>
            <a:r>
              <a:rPr dirty="0" sz="1700">
                <a:latin typeface="Calibri"/>
                <a:cs typeface="Calibri"/>
              </a:rPr>
              <a:t>Primary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keys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foreign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keys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maintain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table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relationships.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-35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/>
              <a:t>SQL</a:t>
            </a:r>
            <a:r>
              <a:rPr dirty="0" spc="-45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19456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20">
                <a:latin typeface="Calibri"/>
                <a:cs typeface="Calibri"/>
              </a:rPr>
              <a:t> CREATE TABLE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statements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16718"/>
            <a:ext cx="11058525" cy="4552315"/>
            <a:chOff x="548640" y="1316718"/>
            <a:chExt cx="11058525" cy="4552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316718"/>
              <a:ext cx="11058143" cy="45521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10226040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60"/>
                  </a:lnTo>
                  <a:lnTo>
                    <a:pt x="0" y="3733800"/>
                  </a:lnTo>
                  <a:lnTo>
                    <a:pt x="1469" y="3781020"/>
                  </a:lnTo>
                  <a:lnTo>
                    <a:pt x="5818" y="3827461"/>
                  </a:lnTo>
                  <a:lnTo>
                    <a:pt x="12960" y="3873034"/>
                  </a:lnTo>
                  <a:lnTo>
                    <a:pt x="22807" y="3917653"/>
                  </a:lnTo>
                  <a:lnTo>
                    <a:pt x="35271" y="3961230"/>
                  </a:lnTo>
                  <a:lnTo>
                    <a:pt x="50265" y="4003677"/>
                  </a:lnTo>
                  <a:lnTo>
                    <a:pt x="67703" y="4044906"/>
                  </a:lnTo>
                  <a:lnTo>
                    <a:pt x="87495" y="4084831"/>
                  </a:lnTo>
                  <a:lnTo>
                    <a:pt x="109555" y="4123363"/>
                  </a:lnTo>
                  <a:lnTo>
                    <a:pt x="133795" y="4160415"/>
                  </a:lnTo>
                  <a:lnTo>
                    <a:pt x="160128" y="4195900"/>
                  </a:lnTo>
                  <a:lnTo>
                    <a:pt x="188466" y="4229730"/>
                  </a:lnTo>
                  <a:lnTo>
                    <a:pt x="218722" y="4261818"/>
                  </a:lnTo>
                  <a:lnTo>
                    <a:pt x="250808" y="4292075"/>
                  </a:lnTo>
                  <a:lnTo>
                    <a:pt x="284637" y="4320415"/>
                  </a:lnTo>
                  <a:lnTo>
                    <a:pt x="320121" y="4346750"/>
                  </a:lnTo>
                  <a:lnTo>
                    <a:pt x="357173" y="4370992"/>
                  </a:lnTo>
                  <a:lnTo>
                    <a:pt x="395706" y="4393054"/>
                  </a:lnTo>
                  <a:lnTo>
                    <a:pt x="435631" y="4412848"/>
                  </a:lnTo>
                  <a:lnTo>
                    <a:pt x="476862" y="4430287"/>
                  </a:lnTo>
                  <a:lnTo>
                    <a:pt x="519310" y="4445284"/>
                  </a:lnTo>
                  <a:lnTo>
                    <a:pt x="562889" y="4457749"/>
                  </a:lnTo>
                  <a:lnTo>
                    <a:pt x="607511" y="4467598"/>
                  </a:lnTo>
                  <a:lnTo>
                    <a:pt x="653088" y="4474740"/>
                  </a:lnTo>
                  <a:lnTo>
                    <a:pt x="699534" y="4479090"/>
                  </a:lnTo>
                  <a:lnTo>
                    <a:pt x="746760" y="4480560"/>
                  </a:lnTo>
                  <a:lnTo>
                    <a:pt x="10226040" y="4480560"/>
                  </a:lnTo>
                  <a:lnTo>
                    <a:pt x="10273260" y="4479090"/>
                  </a:lnTo>
                  <a:lnTo>
                    <a:pt x="10319701" y="4474740"/>
                  </a:lnTo>
                  <a:lnTo>
                    <a:pt x="10365274" y="4467598"/>
                  </a:lnTo>
                  <a:lnTo>
                    <a:pt x="10409893" y="4457749"/>
                  </a:lnTo>
                  <a:lnTo>
                    <a:pt x="10453470" y="4445284"/>
                  </a:lnTo>
                  <a:lnTo>
                    <a:pt x="10495917" y="4430287"/>
                  </a:lnTo>
                  <a:lnTo>
                    <a:pt x="10537146" y="4412848"/>
                  </a:lnTo>
                  <a:lnTo>
                    <a:pt x="10577071" y="4393054"/>
                  </a:lnTo>
                  <a:lnTo>
                    <a:pt x="10615603" y="4370992"/>
                  </a:lnTo>
                  <a:lnTo>
                    <a:pt x="10652655" y="4346750"/>
                  </a:lnTo>
                  <a:lnTo>
                    <a:pt x="10688140" y="4320415"/>
                  </a:lnTo>
                  <a:lnTo>
                    <a:pt x="10721970" y="4292075"/>
                  </a:lnTo>
                  <a:lnTo>
                    <a:pt x="10754058" y="4261818"/>
                  </a:lnTo>
                  <a:lnTo>
                    <a:pt x="10784315" y="4229730"/>
                  </a:lnTo>
                  <a:lnTo>
                    <a:pt x="10812655" y="4195900"/>
                  </a:lnTo>
                  <a:lnTo>
                    <a:pt x="10838990" y="4160415"/>
                  </a:lnTo>
                  <a:lnTo>
                    <a:pt x="10863232" y="4123363"/>
                  </a:lnTo>
                  <a:lnTo>
                    <a:pt x="10885294" y="4084831"/>
                  </a:lnTo>
                  <a:lnTo>
                    <a:pt x="10905088" y="4044906"/>
                  </a:lnTo>
                  <a:lnTo>
                    <a:pt x="10922527" y="4003677"/>
                  </a:lnTo>
                  <a:lnTo>
                    <a:pt x="10937524" y="3961230"/>
                  </a:lnTo>
                  <a:lnTo>
                    <a:pt x="10949989" y="3917653"/>
                  </a:lnTo>
                  <a:lnTo>
                    <a:pt x="10959838" y="3873034"/>
                  </a:lnTo>
                  <a:lnTo>
                    <a:pt x="10966980" y="3827461"/>
                  </a:lnTo>
                  <a:lnTo>
                    <a:pt x="10971330" y="3781020"/>
                  </a:lnTo>
                  <a:lnTo>
                    <a:pt x="10972800" y="3733800"/>
                  </a:lnTo>
                  <a:lnTo>
                    <a:pt x="10972800" y="746760"/>
                  </a:lnTo>
                  <a:lnTo>
                    <a:pt x="10971330" y="699539"/>
                  </a:lnTo>
                  <a:lnTo>
                    <a:pt x="10966980" y="653098"/>
                  </a:lnTo>
                  <a:lnTo>
                    <a:pt x="10959838" y="607525"/>
                  </a:lnTo>
                  <a:lnTo>
                    <a:pt x="10949989" y="562906"/>
                  </a:lnTo>
                  <a:lnTo>
                    <a:pt x="10937524" y="519329"/>
                  </a:lnTo>
                  <a:lnTo>
                    <a:pt x="10922527" y="476882"/>
                  </a:lnTo>
                  <a:lnTo>
                    <a:pt x="10905088" y="435653"/>
                  </a:lnTo>
                  <a:lnTo>
                    <a:pt x="10885294" y="395728"/>
                  </a:lnTo>
                  <a:lnTo>
                    <a:pt x="10863232" y="357196"/>
                  </a:lnTo>
                  <a:lnTo>
                    <a:pt x="10838990" y="320144"/>
                  </a:lnTo>
                  <a:lnTo>
                    <a:pt x="10812655" y="284659"/>
                  </a:lnTo>
                  <a:lnTo>
                    <a:pt x="10784315" y="250829"/>
                  </a:lnTo>
                  <a:lnTo>
                    <a:pt x="10754058" y="218741"/>
                  </a:lnTo>
                  <a:lnTo>
                    <a:pt x="10721970" y="188484"/>
                  </a:lnTo>
                  <a:lnTo>
                    <a:pt x="10688140" y="160144"/>
                  </a:lnTo>
                  <a:lnTo>
                    <a:pt x="10652655" y="133809"/>
                  </a:lnTo>
                  <a:lnTo>
                    <a:pt x="10615603" y="109567"/>
                  </a:lnTo>
                  <a:lnTo>
                    <a:pt x="10577071" y="87505"/>
                  </a:lnTo>
                  <a:lnTo>
                    <a:pt x="10537146" y="67711"/>
                  </a:lnTo>
                  <a:lnTo>
                    <a:pt x="10495917" y="50272"/>
                  </a:lnTo>
                  <a:lnTo>
                    <a:pt x="10453470" y="35275"/>
                  </a:lnTo>
                  <a:lnTo>
                    <a:pt x="10409893" y="22810"/>
                  </a:lnTo>
                  <a:lnTo>
                    <a:pt x="10365274" y="12961"/>
                  </a:lnTo>
                  <a:lnTo>
                    <a:pt x="10319701" y="5819"/>
                  </a:lnTo>
                  <a:lnTo>
                    <a:pt x="10273260" y="1469"/>
                  </a:lnTo>
                  <a:lnTo>
                    <a:pt x="10226040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0" y="746760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10226040" y="0"/>
                  </a:lnTo>
                  <a:lnTo>
                    <a:pt x="10273260" y="1469"/>
                  </a:lnTo>
                  <a:lnTo>
                    <a:pt x="10319701" y="5819"/>
                  </a:lnTo>
                  <a:lnTo>
                    <a:pt x="10365274" y="12961"/>
                  </a:lnTo>
                  <a:lnTo>
                    <a:pt x="10409893" y="22810"/>
                  </a:lnTo>
                  <a:lnTo>
                    <a:pt x="10453470" y="35275"/>
                  </a:lnTo>
                  <a:lnTo>
                    <a:pt x="10495917" y="50272"/>
                  </a:lnTo>
                  <a:lnTo>
                    <a:pt x="10537146" y="67711"/>
                  </a:lnTo>
                  <a:lnTo>
                    <a:pt x="10577071" y="87505"/>
                  </a:lnTo>
                  <a:lnTo>
                    <a:pt x="10615603" y="109567"/>
                  </a:lnTo>
                  <a:lnTo>
                    <a:pt x="10652655" y="133809"/>
                  </a:lnTo>
                  <a:lnTo>
                    <a:pt x="10688140" y="160144"/>
                  </a:lnTo>
                  <a:lnTo>
                    <a:pt x="10721970" y="188484"/>
                  </a:lnTo>
                  <a:lnTo>
                    <a:pt x="10754058" y="218741"/>
                  </a:lnTo>
                  <a:lnTo>
                    <a:pt x="10784315" y="250829"/>
                  </a:lnTo>
                  <a:lnTo>
                    <a:pt x="10812655" y="284659"/>
                  </a:lnTo>
                  <a:lnTo>
                    <a:pt x="10838990" y="320144"/>
                  </a:lnTo>
                  <a:lnTo>
                    <a:pt x="10863232" y="357196"/>
                  </a:lnTo>
                  <a:lnTo>
                    <a:pt x="10885294" y="395728"/>
                  </a:lnTo>
                  <a:lnTo>
                    <a:pt x="10905088" y="435653"/>
                  </a:lnTo>
                  <a:lnTo>
                    <a:pt x="10922527" y="476882"/>
                  </a:lnTo>
                  <a:lnTo>
                    <a:pt x="10937524" y="519329"/>
                  </a:lnTo>
                  <a:lnTo>
                    <a:pt x="10949989" y="562906"/>
                  </a:lnTo>
                  <a:lnTo>
                    <a:pt x="10959838" y="607525"/>
                  </a:lnTo>
                  <a:lnTo>
                    <a:pt x="10966980" y="653098"/>
                  </a:lnTo>
                  <a:lnTo>
                    <a:pt x="10971330" y="699539"/>
                  </a:lnTo>
                  <a:lnTo>
                    <a:pt x="10972800" y="746760"/>
                  </a:lnTo>
                  <a:lnTo>
                    <a:pt x="10972800" y="3733800"/>
                  </a:lnTo>
                  <a:lnTo>
                    <a:pt x="10971330" y="3781020"/>
                  </a:lnTo>
                  <a:lnTo>
                    <a:pt x="10966980" y="3827461"/>
                  </a:lnTo>
                  <a:lnTo>
                    <a:pt x="10959838" y="3873034"/>
                  </a:lnTo>
                  <a:lnTo>
                    <a:pt x="10949989" y="3917653"/>
                  </a:lnTo>
                  <a:lnTo>
                    <a:pt x="10937524" y="3961230"/>
                  </a:lnTo>
                  <a:lnTo>
                    <a:pt x="10922527" y="4003677"/>
                  </a:lnTo>
                  <a:lnTo>
                    <a:pt x="10905088" y="4044906"/>
                  </a:lnTo>
                  <a:lnTo>
                    <a:pt x="10885294" y="4084831"/>
                  </a:lnTo>
                  <a:lnTo>
                    <a:pt x="10863232" y="4123363"/>
                  </a:lnTo>
                  <a:lnTo>
                    <a:pt x="10838990" y="4160415"/>
                  </a:lnTo>
                  <a:lnTo>
                    <a:pt x="10812655" y="4195900"/>
                  </a:lnTo>
                  <a:lnTo>
                    <a:pt x="10784315" y="4229730"/>
                  </a:lnTo>
                  <a:lnTo>
                    <a:pt x="10754058" y="4261818"/>
                  </a:lnTo>
                  <a:lnTo>
                    <a:pt x="10721970" y="4292075"/>
                  </a:lnTo>
                  <a:lnTo>
                    <a:pt x="10688140" y="4320415"/>
                  </a:lnTo>
                  <a:lnTo>
                    <a:pt x="10652655" y="4346750"/>
                  </a:lnTo>
                  <a:lnTo>
                    <a:pt x="10615603" y="4370992"/>
                  </a:lnTo>
                  <a:lnTo>
                    <a:pt x="10577071" y="4393054"/>
                  </a:lnTo>
                  <a:lnTo>
                    <a:pt x="10537146" y="4412848"/>
                  </a:lnTo>
                  <a:lnTo>
                    <a:pt x="10495917" y="4430287"/>
                  </a:lnTo>
                  <a:lnTo>
                    <a:pt x="10453470" y="4445284"/>
                  </a:lnTo>
                  <a:lnTo>
                    <a:pt x="10409893" y="4457749"/>
                  </a:lnTo>
                  <a:lnTo>
                    <a:pt x="10365274" y="4467598"/>
                  </a:lnTo>
                  <a:lnTo>
                    <a:pt x="10319701" y="4474740"/>
                  </a:lnTo>
                  <a:lnTo>
                    <a:pt x="10273260" y="4479090"/>
                  </a:lnTo>
                  <a:lnTo>
                    <a:pt x="10226040" y="4480560"/>
                  </a:lnTo>
                  <a:lnTo>
                    <a:pt x="746760" y="4480560"/>
                  </a:lnTo>
                  <a:lnTo>
                    <a:pt x="699534" y="4479090"/>
                  </a:lnTo>
                  <a:lnTo>
                    <a:pt x="653088" y="4474740"/>
                  </a:lnTo>
                  <a:lnTo>
                    <a:pt x="607511" y="4467598"/>
                  </a:lnTo>
                  <a:lnTo>
                    <a:pt x="562889" y="4457749"/>
                  </a:lnTo>
                  <a:lnTo>
                    <a:pt x="519310" y="4445284"/>
                  </a:lnTo>
                  <a:lnTo>
                    <a:pt x="476862" y="4430287"/>
                  </a:lnTo>
                  <a:lnTo>
                    <a:pt x="435631" y="4412848"/>
                  </a:lnTo>
                  <a:lnTo>
                    <a:pt x="395706" y="4393054"/>
                  </a:lnTo>
                  <a:lnTo>
                    <a:pt x="357173" y="4370992"/>
                  </a:lnTo>
                  <a:lnTo>
                    <a:pt x="320121" y="4346750"/>
                  </a:lnTo>
                  <a:lnTo>
                    <a:pt x="284637" y="4320415"/>
                  </a:lnTo>
                  <a:lnTo>
                    <a:pt x="250808" y="4292075"/>
                  </a:lnTo>
                  <a:lnTo>
                    <a:pt x="218722" y="4261818"/>
                  </a:lnTo>
                  <a:lnTo>
                    <a:pt x="188466" y="4229730"/>
                  </a:lnTo>
                  <a:lnTo>
                    <a:pt x="160128" y="4195900"/>
                  </a:lnTo>
                  <a:lnTo>
                    <a:pt x="133795" y="4160415"/>
                  </a:lnTo>
                  <a:lnTo>
                    <a:pt x="109555" y="4123363"/>
                  </a:lnTo>
                  <a:lnTo>
                    <a:pt x="87495" y="4084831"/>
                  </a:lnTo>
                  <a:lnTo>
                    <a:pt x="67703" y="4044906"/>
                  </a:lnTo>
                  <a:lnTo>
                    <a:pt x="50265" y="4003677"/>
                  </a:lnTo>
                  <a:lnTo>
                    <a:pt x="35271" y="3961230"/>
                  </a:lnTo>
                  <a:lnTo>
                    <a:pt x="22807" y="3917653"/>
                  </a:lnTo>
                  <a:lnTo>
                    <a:pt x="12960" y="3873034"/>
                  </a:lnTo>
                  <a:lnTo>
                    <a:pt x="5818" y="3827461"/>
                  </a:lnTo>
                  <a:lnTo>
                    <a:pt x="1469" y="3781020"/>
                  </a:lnTo>
                  <a:lnTo>
                    <a:pt x="0" y="3733800"/>
                  </a:lnTo>
                  <a:lnTo>
                    <a:pt x="0" y="74676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754117" y="1865884"/>
            <a:ext cx="2765425" cy="33864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marR="41275" indent="14541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CREATE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TABLE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LMS_MEMBERS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(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MEMBER_ID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VARCHAR(10)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PRIMARY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KEY,</a:t>
            </a:r>
            <a:endParaRPr sz="1050">
              <a:latin typeface="Consolas"/>
              <a:cs typeface="Consolas"/>
            </a:endParaRPr>
          </a:p>
          <a:p>
            <a:pPr algn="ctr" marL="414020" marR="224790" indent="1270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MEMBER_NAME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VARCHAR(30),</a:t>
            </a:r>
            <a:r>
              <a:rPr dirty="0" sz="1050" spc="50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CITY</a:t>
            </a:r>
            <a:r>
              <a:rPr dirty="0" sz="1050" spc="-1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VARCHAR(20),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DATE_REGISTER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DATE_EXPIRE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MEMBERSHIP_STATUS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VARCHAR(15)</a:t>
            </a:r>
            <a:endParaRPr sz="1050">
              <a:latin typeface="Consolas"/>
              <a:cs typeface="Consolas"/>
            </a:endParaRPr>
          </a:p>
          <a:p>
            <a:pPr algn="ctr" marR="103505">
              <a:lnSpc>
                <a:spcPct val="100000"/>
              </a:lnSpc>
            </a:pP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onsolas"/>
              <a:cs typeface="Consolas"/>
            </a:endParaRPr>
          </a:p>
          <a:p>
            <a:pPr marL="195580" marR="5080" indent="-182880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CREATE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TABLE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LMS_SUPPLIERS_DETAILS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(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SUPPLIER_ID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VARCHAR(3)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PRIMARY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KEY,</a:t>
            </a:r>
            <a:endParaRPr sz="1050">
              <a:latin typeface="Consolas"/>
              <a:cs typeface="Consolas"/>
            </a:endParaRPr>
          </a:p>
          <a:p>
            <a:pPr algn="ctr" marL="523875" marR="334645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SUPPLIER_NAME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ADDRESS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VARCHAR(50),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CONTACT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BIGINT,</a:t>
            </a:r>
            <a:endParaRPr sz="1050">
              <a:latin typeface="Consolas"/>
              <a:cs typeface="Consolas"/>
            </a:endParaRPr>
          </a:p>
          <a:p>
            <a:pPr algn="ctr" marL="180975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EMAIL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VARCHAR(50)</a:t>
            </a:r>
            <a:endParaRPr sz="1050">
              <a:latin typeface="Consolas"/>
              <a:cs typeface="Consolas"/>
            </a:endParaRPr>
          </a:p>
          <a:p>
            <a:pPr algn="ctr" marR="103505">
              <a:lnSpc>
                <a:spcPct val="100000"/>
              </a:lnSpc>
            </a:pP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onsolas"/>
              <a:cs typeface="Consolas"/>
            </a:endParaRPr>
          </a:p>
          <a:p>
            <a:pPr marL="231775" marR="41275" indent="-37465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CREATE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TABLE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LMS_FINE_DETAILS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(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FINE_RANGE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VARCHAR(3)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PRIMARY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KEY,</a:t>
            </a:r>
            <a:endParaRPr sz="1050">
              <a:latin typeface="Consolas"/>
              <a:cs typeface="Consolas"/>
            </a:endParaRPr>
          </a:p>
          <a:p>
            <a:pPr marL="560070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FINE_AMOUNT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DECIMAL(10,2)</a:t>
            </a:r>
            <a:endParaRPr sz="1050">
              <a:latin typeface="Consolas"/>
              <a:cs typeface="Consolas"/>
            </a:endParaRPr>
          </a:p>
          <a:p>
            <a:pPr algn="ctr" marR="103505">
              <a:lnSpc>
                <a:spcPct val="100000"/>
              </a:lnSpc>
            </a:pP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60"/>
              <a:t> </a:t>
            </a:r>
            <a:r>
              <a:rPr dirty="0"/>
              <a:t>1</a:t>
            </a:r>
            <a:r>
              <a:rPr dirty="0" spc="-45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/>
              <a:t>SQL</a:t>
            </a:r>
            <a:r>
              <a:rPr dirty="0" spc="-55"/>
              <a:t> </a:t>
            </a:r>
            <a:r>
              <a:rPr dirty="0" spc="-10"/>
              <a:t>Structure</a:t>
            </a:r>
            <a:r>
              <a:rPr dirty="0" spc="-60"/>
              <a:t> </a:t>
            </a:r>
            <a:r>
              <a:rPr dirty="0" spc="-10"/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1781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Book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issue</a:t>
            </a:r>
            <a:r>
              <a:rPr dirty="0" sz="1200" spc="-10">
                <a:latin typeface="Calibri"/>
                <a:cs typeface="Calibri"/>
              </a:rPr>
              <a:t> relationships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267955"/>
            <a:ext cx="11058525" cy="4676140"/>
            <a:chOff x="548640" y="1267955"/>
            <a:chExt cx="11058525" cy="4676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316718"/>
              <a:ext cx="11058143" cy="4552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4344" y="1267955"/>
              <a:ext cx="5417820" cy="46756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10226040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60"/>
                  </a:lnTo>
                  <a:lnTo>
                    <a:pt x="0" y="3733800"/>
                  </a:lnTo>
                  <a:lnTo>
                    <a:pt x="1469" y="3781020"/>
                  </a:lnTo>
                  <a:lnTo>
                    <a:pt x="5818" y="3827461"/>
                  </a:lnTo>
                  <a:lnTo>
                    <a:pt x="12960" y="3873034"/>
                  </a:lnTo>
                  <a:lnTo>
                    <a:pt x="22807" y="3917653"/>
                  </a:lnTo>
                  <a:lnTo>
                    <a:pt x="35271" y="3961230"/>
                  </a:lnTo>
                  <a:lnTo>
                    <a:pt x="50265" y="4003677"/>
                  </a:lnTo>
                  <a:lnTo>
                    <a:pt x="67703" y="4044906"/>
                  </a:lnTo>
                  <a:lnTo>
                    <a:pt x="87495" y="4084831"/>
                  </a:lnTo>
                  <a:lnTo>
                    <a:pt x="109555" y="4123363"/>
                  </a:lnTo>
                  <a:lnTo>
                    <a:pt x="133795" y="4160415"/>
                  </a:lnTo>
                  <a:lnTo>
                    <a:pt x="160128" y="4195900"/>
                  </a:lnTo>
                  <a:lnTo>
                    <a:pt x="188466" y="4229730"/>
                  </a:lnTo>
                  <a:lnTo>
                    <a:pt x="218722" y="4261818"/>
                  </a:lnTo>
                  <a:lnTo>
                    <a:pt x="250808" y="4292075"/>
                  </a:lnTo>
                  <a:lnTo>
                    <a:pt x="284637" y="4320415"/>
                  </a:lnTo>
                  <a:lnTo>
                    <a:pt x="320121" y="4346750"/>
                  </a:lnTo>
                  <a:lnTo>
                    <a:pt x="357173" y="4370992"/>
                  </a:lnTo>
                  <a:lnTo>
                    <a:pt x="395706" y="4393054"/>
                  </a:lnTo>
                  <a:lnTo>
                    <a:pt x="435631" y="4412848"/>
                  </a:lnTo>
                  <a:lnTo>
                    <a:pt x="476862" y="4430287"/>
                  </a:lnTo>
                  <a:lnTo>
                    <a:pt x="519310" y="4445284"/>
                  </a:lnTo>
                  <a:lnTo>
                    <a:pt x="562889" y="4457749"/>
                  </a:lnTo>
                  <a:lnTo>
                    <a:pt x="607511" y="4467598"/>
                  </a:lnTo>
                  <a:lnTo>
                    <a:pt x="653088" y="4474740"/>
                  </a:lnTo>
                  <a:lnTo>
                    <a:pt x="699534" y="4479090"/>
                  </a:lnTo>
                  <a:lnTo>
                    <a:pt x="746760" y="4480560"/>
                  </a:lnTo>
                  <a:lnTo>
                    <a:pt x="10226040" y="4480560"/>
                  </a:lnTo>
                  <a:lnTo>
                    <a:pt x="10273260" y="4479090"/>
                  </a:lnTo>
                  <a:lnTo>
                    <a:pt x="10319701" y="4474740"/>
                  </a:lnTo>
                  <a:lnTo>
                    <a:pt x="10365274" y="4467598"/>
                  </a:lnTo>
                  <a:lnTo>
                    <a:pt x="10409893" y="4457749"/>
                  </a:lnTo>
                  <a:lnTo>
                    <a:pt x="10453470" y="4445284"/>
                  </a:lnTo>
                  <a:lnTo>
                    <a:pt x="10495917" y="4430287"/>
                  </a:lnTo>
                  <a:lnTo>
                    <a:pt x="10537146" y="4412848"/>
                  </a:lnTo>
                  <a:lnTo>
                    <a:pt x="10577071" y="4393054"/>
                  </a:lnTo>
                  <a:lnTo>
                    <a:pt x="10615603" y="4370992"/>
                  </a:lnTo>
                  <a:lnTo>
                    <a:pt x="10652655" y="4346750"/>
                  </a:lnTo>
                  <a:lnTo>
                    <a:pt x="10688140" y="4320415"/>
                  </a:lnTo>
                  <a:lnTo>
                    <a:pt x="10721970" y="4292075"/>
                  </a:lnTo>
                  <a:lnTo>
                    <a:pt x="10754058" y="4261818"/>
                  </a:lnTo>
                  <a:lnTo>
                    <a:pt x="10784315" y="4229730"/>
                  </a:lnTo>
                  <a:lnTo>
                    <a:pt x="10812655" y="4195900"/>
                  </a:lnTo>
                  <a:lnTo>
                    <a:pt x="10838990" y="4160415"/>
                  </a:lnTo>
                  <a:lnTo>
                    <a:pt x="10863232" y="4123363"/>
                  </a:lnTo>
                  <a:lnTo>
                    <a:pt x="10885294" y="4084831"/>
                  </a:lnTo>
                  <a:lnTo>
                    <a:pt x="10905088" y="4044906"/>
                  </a:lnTo>
                  <a:lnTo>
                    <a:pt x="10922527" y="4003677"/>
                  </a:lnTo>
                  <a:lnTo>
                    <a:pt x="10937524" y="3961230"/>
                  </a:lnTo>
                  <a:lnTo>
                    <a:pt x="10949989" y="3917653"/>
                  </a:lnTo>
                  <a:lnTo>
                    <a:pt x="10959838" y="3873034"/>
                  </a:lnTo>
                  <a:lnTo>
                    <a:pt x="10966980" y="3827461"/>
                  </a:lnTo>
                  <a:lnTo>
                    <a:pt x="10971330" y="3781020"/>
                  </a:lnTo>
                  <a:lnTo>
                    <a:pt x="10972800" y="3733800"/>
                  </a:lnTo>
                  <a:lnTo>
                    <a:pt x="10972800" y="746760"/>
                  </a:lnTo>
                  <a:lnTo>
                    <a:pt x="10971330" y="699539"/>
                  </a:lnTo>
                  <a:lnTo>
                    <a:pt x="10966980" y="653098"/>
                  </a:lnTo>
                  <a:lnTo>
                    <a:pt x="10959838" y="607525"/>
                  </a:lnTo>
                  <a:lnTo>
                    <a:pt x="10949989" y="562906"/>
                  </a:lnTo>
                  <a:lnTo>
                    <a:pt x="10937524" y="519329"/>
                  </a:lnTo>
                  <a:lnTo>
                    <a:pt x="10922527" y="476882"/>
                  </a:lnTo>
                  <a:lnTo>
                    <a:pt x="10905088" y="435653"/>
                  </a:lnTo>
                  <a:lnTo>
                    <a:pt x="10885294" y="395728"/>
                  </a:lnTo>
                  <a:lnTo>
                    <a:pt x="10863232" y="357196"/>
                  </a:lnTo>
                  <a:lnTo>
                    <a:pt x="10838990" y="320144"/>
                  </a:lnTo>
                  <a:lnTo>
                    <a:pt x="10812655" y="284659"/>
                  </a:lnTo>
                  <a:lnTo>
                    <a:pt x="10784315" y="250829"/>
                  </a:lnTo>
                  <a:lnTo>
                    <a:pt x="10754058" y="218741"/>
                  </a:lnTo>
                  <a:lnTo>
                    <a:pt x="10721970" y="188484"/>
                  </a:lnTo>
                  <a:lnTo>
                    <a:pt x="10688140" y="160144"/>
                  </a:lnTo>
                  <a:lnTo>
                    <a:pt x="10652655" y="133809"/>
                  </a:lnTo>
                  <a:lnTo>
                    <a:pt x="10615603" y="109567"/>
                  </a:lnTo>
                  <a:lnTo>
                    <a:pt x="10577071" y="87505"/>
                  </a:lnTo>
                  <a:lnTo>
                    <a:pt x="10537146" y="67711"/>
                  </a:lnTo>
                  <a:lnTo>
                    <a:pt x="10495917" y="50272"/>
                  </a:lnTo>
                  <a:lnTo>
                    <a:pt x="10453470" y="35275"/>
                  </a:lnTo>
                  <a:lnTo>
                    <a:pt x="10409893" y="22810"/>
                  </a:lnTo>
                  <a:lnTo>
                    <a:pt x="10365274" y="12961"/>
                  </a:lnTo>
                  <a:lnTo>
                    <a:pt x="10319701" y="5819"/>
                  </a:lnTo>
                  <a:lnTo>
                    <a:pt x="10273260" y="1469"/>
                  </a:lnTo>
                  <a:lnTo>
                    <a:pt x="10226040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0" y="746760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10226040" y="0"/>
                  </a:lnTo>
                  <a:lnTo>
                    <a:pt x="10273260" y="1469"/>
                  </a:lnTo>
                  <a:lnTo>
                    <a:pt x="10319701" y="5819"/>
                  </a:lnTo>
                  <a:lnTo>
                    <a:pt x="10365274" y="12961"/>
                  </a:lnTo>
                  <a:lnTo>
                    <a:pt x="10409893" y="22810"/>
                  </a:lnTo>
                  <a:lnTo>
                    <a:pt x="10453470" y="35275"/>
                  </a:lnTo>
                  <a:lnTo>
                    <a:pt x="10495917" y="50272"/>
                  </a:lnTo>
                  <a:lnTo>
                    <a:pt x="10537146" y="67711"/>
                  </a:lnTo>
                  <a:lnTo>
                    <a:pt x="10577071" y="87505"/>
                  </a:lnTo>
                  <a:lnTo>
                    <a:pt x="10615603" y="109567"/>
                  </a:lnTo>
                  <a:lnTo>
                    <a:pt x="10652655" y="133809"/>
                  </a:lnTo>
                  <a:lnTo>
                    <a:pt x="10688140" y="160144"/>
                  </a:lnTo>
                  <a:lnTo>
                    <a:pt x="10721970" y="188484"/>
                  </a:lnTo>
                  <a:lnTo>
                    <a:pt x="10754058" y="218741"/>
                  </a:lnTo>
                  <a:lnTo>
                    <a:pt x="10784315" y="250829"/>
                  </a:lnTo>
                  <a:lnTo>
                    <a:pt x="10812655" y="284659"/>
                  </a:lnTo>
                  <a:lnTo>
                    <a:pt x="10838990" y="320144"/>
                  </a:lnTo>
                  <a:lnTo>
                    <a:pt x="10863232" y="357196"/>
                  </a:lnTo>
                  <a:lnTo>
                    <a:pt x="10885294" y="395728"/>
                  </a:lnTo>
                  <a:lnTo>
                    <a:pt x="10905088" y="435653"/>
                  </a:lnTo>
                  <a:lnTo>
                    <a:pt x="10922527" y="476882"/>
                  </a:lnTo>
                  <a:lnTo>
                    <a:pt x="10937524" y="519329"/>
                  </a:lnTo>
                  <a:lnTo>
                    <a:pt x="10949989" y="562906"/>
                  </a:lnTo>
                  <a:lnTo>
                    <a:pt x="10959838" y="607525"/>
                  </a:lnTo>
                  <a:lnTo>
                    <a:pt x="10966980" y="653098"/>
                  </a:lnTo>
                  <a:lnTo>
                    <a:pt x="10971330" y="699539"/>
                  </a:lnTo>
                  <a:lnTo>
                    <a:pt x="10972800" y="746760"/>
                  </a:lnTo>
                  <a:lnTo>
                    <a:pt x="10972800" y="3733800"/>
                  </a:lnTo>
                  <a:lnTo>
                    <a:pt x="10971330" y="3781020"/>
                  </a:lnTo>
                  <a:lnTo>
                    <a:pt x="10966980" y="3827461"/>
                  </a:lnTo>
                  <a:lnTo>
                    <a:pt x="10959838" y="3873034"/>
                  </a:lnTo>
                  <a:lnTo>
                    <a:pt x="10949989" y="3917653"/>
                  </a:lnTo>
                  <a:lnTo>
                    <a:pt x="10937524" y="3961230"/>
                  </a:lnTo>
                  <a:lnTo>
                    <a:pt x="10922527" y="4003677"/>
                  </a:lnTo>
                  <a:lnTo>
                    <a:pt x="10905088" y="4044906"/>
                  </a:lnTo>
                  <a:lnTo>
                    <a:pt x="10885294" y="4084831"/>
                  </a:lnTo>
                  <a:lnTo>
                    <a:pt x="10863232" y="4123363"/>
                  </a:lnTo>
                  <a:lnTo>
                    <a:pt x="10838990" y="4160415"/>
                  </a:lnTo>
                  <a:lnTo>
                    <a:pt x="10812655" y="4195900"/>
                  </a:lnTo>
                  <a:lnTo>
                    <a:pt x="10784315" y="4229730"/>
                  </a:lnTo>
                  <a:lnTo>
                    <a:pt x="10754058" y="4261818"/>
                  </a:lnTo>
                  <a:lnTo>
                    <a:pt x="10721970" y="4292075"/>
                  </a:lnTo>
                  <a:lnTo>
                    <a:pt x="10688140" y="4320415"/>
                  </a:lnTo>
                  <a:lnTo>
                    <a:pt x="10652655" y="4346750"/>
                  </a:lnTo>
                  <a:lnTo>
                    <a:pt x="10615603" y="4370992"/>
                  </a:lnTo>
                  <a:lnTo>
                    <a:pt x="10577071" y="4393054"/>
                  </a:lnTo>
                  <a:lnTo>
                    <a:pt x="10537146" y="4412848"/>
                  </a:lnTo>
                  <a:lnTo>
                    <a:pt x="10495917" y="4430287"/>
                  </a:lnTo>
                  <a:lnTo>
                    <a:pt x="10453470" y="4445284"/>
                  </a:lnTo>
                  <a:lnTo>
                    <a:pt x="10409893" y="4457749"/>
                  </a:lnTo>
                  <a:lnTo>
                    <a:pt x="10365274" y="4467598"/>
                  </a:lnTo>
                  <a:lnTo>
                    <a:pt x="10319701" y="4474740"/>
                  </a:lnTo>
                  <a:lnTo>
                    <a:pt x="10273260" y="4479090"/>
                  </a:lnTo>
                  <a:lnTo>
                    <a:pt x="10226040" y="4480560"/>
                  </a:lnTo>
                  <a:lnTo>
                    <a:pt x="746760" y="4480560"/>
                  </a:lnTo>
                  <a:lnTo>
                    <a:pt x="699534" y="4479090"/>
                  </a:lnTo>
                  <a:lnTo>
                    <a:pt x="653088" y="4474740"/>
                  </a:lnTo>
                  <a:lnTo>
                    <a:pt x="607511" y="4467598"/>
                  </a:lnTo>
                  <a:lnTo>
                    <a:pt x="562889" y="4457749"/>
                  </a:lnTo>
                  <a:lnTo>
                    <a:pt x="519310" y="4445284"/>
                  </a:lnTo>
                  <a:lnTo>
                    <a:pt x="476862" y="4430287"/>
                  </a:lnTo>
                  <a:lnTo>
                    <a:pt x="435631" y="4412848"/>
                  </a:lnTo>
                  <a:lnTo>
                    <a:pt x="395706" y="4393054"/>
                  </a:lnTo>
                  <a:lnTo>
                    <a:pt x="357173" y="4370992"/>
                  </a:lnTo>
                  <a:lnTo>
                    <a:pt x="320121" y="4346750"/>
                  </a:lnTo>
                  <a:lnTo>
                    <a:pt x="284637" y="4320415"/>
                  </a:lnTo>
                  <a:lnTo>
                    <a:pt x="250808" y="4292075"/>
                  </a:lnTo>
                  <a:lnTo>
                    <a:pt x="218722" y="4261818"/>
                  </a:lnTo>
                  <a:lnTo>
                    <a:pt x="188466" y="4229730"/>
                  </a:lnTo>
                  <a:lnTo>
                    <a:pt x="160128" y="4195900"/>
                  </a:lnTo>
                  <a:lnTo>
                    <a:pt x="133795" y="4160415"/>
                  </a:lnTo>
                  <a:lnTo>
                    <a:pt x="109555" y="4123363"/>
                  </a:lnTo>
                  <a:lnTo>
                    <a:pt x="87495" y="4084831"/>
                  </a:lnTo>
                  <a:lnTo>
                    <a:pt x="67703" y="4044906"/>
                  </a:lnTo>
                  <a:lnTo>
                    <a:pt x="50265" y="4003677"/>
                  </a:lnTo>
                  <a:lnTo>
                    <a:pt x="35271" y="3961230"/>
                  </a:lnTo>
                  <a:lnTo>
                    <a:pt x="22807" y="3917653"/>
                  </a:lnTo>
                  <a:lnTo>
                    <a:pt x="12960" y="3873034"/>
                  </a:lnTo>
                  <a:lnTo>
                    <a:pt x="5818" y="3827461"/>
                  </a:lnTo>
                  <a:lnTo>
                    <a:pt x="1469" y="3781020"/>
                  </a:lnTo>
                  <a:lnTo>
                    <a:pt x="0" y="3733800"/>
                  </a:lnTo>
                  <a:lnTo>
                    <a:pt x="0" y="74676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623309" y="1305814"/>
            <a:ext cx="5209540" cy="450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62710" marR="1355090" indent="-3746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CREATE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TABLE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LMS_BOOK_DETAILS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(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BOOK_CODE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VARCHAR(10)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PRIMARY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KEY,</a:t>
            </a:r>
            <a:endParaRPr sz="1050">
              <a:latin typeface="Consolas"/>
              <a:cs typeface="Consolas"/>
            </a:endParaRPr>
          </a:p>
          <a:p>
            <a:pPr algn="ctr" marL="1727835" marR="1720214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BOOK_TITLE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VARCHAR(50),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CATEGORY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VARCHAR(15),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AUTHOR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PUBLICATION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PUBLISH_DATE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BOOK_EDITION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INT,</a:t>
            </a:r>
            <a:endParaRPr sz="1050">
              <a:latin typeface="Consolas"/>
              <a:cs typeface="Consolas"/>
            </a:endParaRPr>
          </a:p>
          <a:p>
            <a:pPr algn="ctr" marL="1764664" marR="1757045" indent="-635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PRICE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DECIMAL(10,2),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RACK_NUM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DATE_ARRIVAL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SUPPLIER_ID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VARCHAR(3),</a:t>
            </a:r>
            <a:endParaRPr sz="10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FOREIGN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KEY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(SUPPLIER_ID)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REFERENCES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LMS_SUPPLIERS_DETAILS(SUPPLIER_ID)</a:t>
            </a:r>
            <a:endParaRPr sz="1050">
              <a:latin typeface="Consolas"/>
              <a:cs typeface="Consolas"/>
            </a:endParaRPr>
          </a:p>
          <a:p>
            <a:pPr algn="ctr" marR="286385">
              <a:lnSpc>
                <a:spcPct val="100000"/>
              </a:lnSpc>
            </a:pP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onsolas"/>
              <a:cs typeface="Consolas"/>
            </a:endParaRPr>
          </a:p>
          <a:p>
            <a:pPr algn="ctr" marR="285750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CREATE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TABLE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LMS_BOOK_ISSUE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(</a:t>
            </a:r>
            <a:endParaRPr sz="1050">
              <a:latin typeface="Consolas"/>
              <a:cs typeface="Consolas"/>
            </a:endParaRPr>
          </a:p>
          <a:p>
            <a:pPr algn="ctr" marL="1508760" marR="1501775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BOOK_ISSUE_NO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INT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PRIMARY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KEY,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MEMBER_ID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VARCHAR(10),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BOOK_CODE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VARCHAR(10),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DATE_ISSUE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</a:t>
            </a:r>
            <a:endParaRPr sz="1050">
              <a:latin typeface="Consolas"/>
              <a:cs typeface="Consolas"/>
            </a:endParaRPr>
          </a:p>
          <a:p>
            <a:pPr algn="ctr" marL="1508760" marR="1501775" indent="-1270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DATE_RETURN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DATE_RETURNED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DATE,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BOOK_ISSUE_STATUS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VARCHAR(20),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FINE_RANGE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VARCHAR(3),</a:t>
            </a:r>
            <a:endParaRPr sz="1050">
              <a:latin typeface="Consolas"/>
              <a:cs typeface="Consolas"/>
            </a:endParaRPr>
          </a:p>
          <a:p>
            <a:pPr algn="ctr" marL="267335" marR="260350" indent="-1905">
              <a:lnSpc>
                <a:spcPct val="100000"/>
              </a:lnSpc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FOREIGN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KEY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(MEMBER_ID)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REFERENCES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LMS_MEMBERS(MEMBER_ID),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FOREIGN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KEY</a:t>
            </a:r>
            <a:r>
              <a:rPr dirty="0" sz="1050" spc="-3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(BOOK_CODE)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REFERENCES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LMS_BOOK_DETAILS(BOOK_CODE),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FOREIGN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KEY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(FINE_RANGE)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REFERENCES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LMS_FINE_DETAILS(FINE_RANGE)</a:t>
            </a:r>
            <a:endParaRPr sz="1050">
              <a:latin typeface="Consolas"/>
              <a:cs typeface="Consolas"/>
            </a:endParaRPr>
          </a:p>
          <a:p>
            <a:pPr algn="ctr" marR="286385">
              <a:lnSpc>
                <a:spcPct val="100000"/>
              </a:lnSpc>
            </a:pP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40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 spc="-10"/>
              <a:t>LMS_MEMBERS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1814829"/>
            <a:ext cx="9019540" cy="256540"/>
            <a:chOff x="405129" y="1814829"/>
            <a:chExt cx="9019540" cy="256540"/>
          </a:xfrm>
        </p:grpSpPr>
        <p:sp>
          <p:nvSpPr>
            <p:cNvPr id="5" name="object 5"/>
            <p:cNvSpPr/>
            <p:nvPr/>
          </p:nvSpPr>
          <p:spPr>
            <a:xfrm>
              <a:off x="411480" y="1821192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27"/>
                  </a:lnTo>
                  <a:lnTo>
                    <a:pt x="9006840" y="243827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29" y="1821179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40"/>
                  </a:moveTo>
                  <a:lnTo>
                    <a:pt x="90195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2302510"/>
            <a:ext cx="9019540" cy="256540"/>
            <a:chOff x="405129" y="2302510"/>
            <a:chExt cx="9019540" cy="256540"/>
          </a:xfrm>
        </p:grpSpPr>
        <p:sp>
          <p:nvSpPr>
            <p:cNvPr id="8" name="object 8"/>
            <p:cNvSpPr/>
            <p:nvPr/>
          </p:nvSpPr>
          <p:spPr>
            <a:xfrm>
              <a:off x="411480" y="230885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29" y="2308860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39"/>
                  </a:moveTo>
                  <a:lnTo>
                    <a:pt x="90195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2790189"/>
            <a:ext cx="9019540" cy="256540"/>
            <a:chOff x="405129" y="2790189"/>
            <a:chExt cx="9019540" cy="256540"/>
          </a:xfrm>
        </p:grpSpPr>
        <p:sp>
          <p:nvSpPr>
            <p:cNvPr id="11" name="object 11"/>
            <p:cNvSpPr/>
            <p:nvPr/>
          </p:nvSpPr>
          <p:spPr>
            <a:xfrm>
              <a:off x="411480" y="279653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29" y="2796539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39"/>
                  </a:moveTo>
                  <a:lnTo>
                    <a:pt x="90195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3277870"/>
            <a:ext cx="9019540" cy="256540"/>
            <a:chOff x="405129" y="3277870"/>
            <a:chExt cx="9019540" cy="256540"/>
          </a:xfrm>
        </p:grpSpPr>
        <p:sp>
          <p:nvSpPr>
            <p:cNvPr id="14" name="object 14"/>
            <p:cNvSpPr/>
            <p:nvPr/>
          </p:nvSpPr>
          <p:spPr>
            <a:xfrm>
              <a:off x="411480" y="328421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29" y="3284220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39"/>
                  </a:moveTo>
                  <a:lnTo>
                    <a:pt x="90195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3765550"/>
            <a:ext cx="9019540" cy="256540"/>
            <a:chOff x="405129" y="3765550"/>
            <a:chExt cx="9019540" cy="256540"/>
          </a:xfrm>
        </p:grpSpPr>
        <p:sp>
          <p:nvSpPr>
            <p:cNvPr id="17" name="object 17"/>
            <p:cNvSpPr/>
            <p:nvPr/>
          </p:nvSpPr>
          <p:spPr>
            <a:xfrm>
              <a:off x="411480" y="377189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29" y="3771900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39"/>
                  </a:moveTo>
                  <a:lnTo>
                    <a:pt x="90195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05129" y="4253229"/>
            <a:ext cx="9019540" cy="256540"/>
            <a:chOff x="405129" y="4253229"/>
            <a:chExt cx="9019540" cy="256540"/>
          </a:xfrm>
        </p:grpSpPr>
        <p:sp>
          <p:nvSpPr>
            <p:cNvPr id="20" name="object 20"/>
            <p:cNvSpPr/>
            <p:nvPr/>
          </p:nvSpPr>
          <p:spPr>
            <a:xfrm>
              <a:off x="411480" y="425957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5129" y="4259579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40"/>
                  </a:moveTo>
                  <a:lnTo>
                    <a:pt x="90195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05129" y="4740909"/>
            <a:ext cx="9019540" cy="256540"/>
            <a:chOff x="405129" y="4740909"/>
            <a:chExt cx="9019540" cy="256540"/>
          </a:xfrm>
        </p:grpSpPr>
        <p:sp>
          <p:nvSpPr>
            <p:cNvPr id="23" name="object 23"/>
            <p:cNvSpPr/>
            <p:nvPr/>
          </p:nvSpPr>
          <p:spPr>
            <a:xfrm>
              <a:off x="411480" y="474725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5129" y="4747259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39"/>
                  </a:moveTo>
                  <a:lnTo>
                    <a:pt x="90195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05129" y="5228590"/>
            <a:ext cx="9019540" cy="256540"/>
            <a:chOff x="405129" y="5228590"/>
            <a:chExt cx="9019540" cy="256540"/>
          </a:xfrm>
        </p:grpSpPr>
        <p:sp>
          <p:nvSpPr>
            <p:cNvPr id="26" name="object 26"/>
            <p:cNvSpPr/>
            <p:nvPr/>
          </p:nvSpPr>
          <p:spPr>
            <a:xfrm>
              <a:off x="411480" y="5234940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5129" y="5234940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40"/>
                  </a:moveTo>
                  <a:lnTo>
                    <a:pt x="90195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05129" y="5716270"/>
            <a:ext cx="9019540" cy="256540"/>
            <a:chOff x="405129" y="5716270"/>
            <a:chExt cx="9019540" cy="256540"/>
          </a:xfrm>
        </p:grpSpPr>
        <p:sp>
          <p:nvSpPr>
            <p:cNvPr id="29" name="object 29"/>
            <p:cNvSpPr/>
            <p:nvPr/>
          </p:nvSpPr>
          <p:spPr>
            <a:xfrm>
              <a:off x="411480" y="5722620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5129" y="5722620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39"/>
                  </a:moveTo>
                  <a:lnTo>
                    <a:pt x="90195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05129" y="6203950"/>
            <a:ext cx="9019540" cy="256540"/>
            <a:chOff x="405129" y="6203950"/>
            <a:chExt cx="9019540" cy="256540"/>
          </a:xfrm>
        </p:grpSpPr>
        <p:sp>
          <p:nvSpPr>
            <p:cNvPr id="32" name="object 32"/>
            <p:cNvSpPr/>
            <p:nvPr/>
          </p:nvSpPr>
          <p:spPr>
            <a:xfrm>
              <a:off x="411480" y="6210299"/>
              <a:ext cx="9006840" cy="243840"/>
            </a:xfrm>
            <a:custGeom>
              <a:avLst/>
              <a:gdLst/>
              <a:ahLst/>
              <a:cxnLst/>
              <a:rect l="l" t="t" r="r" b="b"/>
              <a:pathLst>
                <a:path w="9006840" h="243839">
                  <a:moveTo>
                    <a:pt x="9006840" y="0"/>
                  </a:moveTo>
                  <a:lnTo>
                    <a:pt x="90068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9006840" y="243840"/>
                  </a:lnTo>
                  <a:lnTo>
                    <a:pt x="90068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05129" y="6210300"/>
              <a:ext cx="9019540" cy="243840"/>
            </a:xfrm>
            <a:custGeom>
              <a:avLst/>
              <a:gdLst/>
              <a:ahLst/>
              <a:cxnLst/>
              <a:rect l="l" t="t" r="r" b="b"/>
              <a:pathLst>
                <a:path w="9019540" h="243839">
                  <a:moveTo>
                    <a:pt x="0" y="0"/>
                  </a:moveTo>
                  <a:lnTo>
                    <a:pt x="9019540" y="0"/>
                  </a:lnTo>
                </a:path>
                <a:path w="9019540" h="243839">
                  <a:moveTo>
                    <a:pt x="0" y="243840"/>
                  </a:moveTo>
                  <a:lnTo>
                    <a:pt x="90195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405129" y="1319530"/>
          <a:ext cx="9095740" cy="5128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  <a:gridCol w="1371600"/>
                <a:gridCol w="1737360"/>
                <a:gridCol w="1554480"/>
                <a:gridCol w="1371600"/>
              </a:tblGrid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Expire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Aarav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Vijayawada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2025-01-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Ananya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Hyderabad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Temporary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Rohit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Guntur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2022-12-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2025-12-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Kavya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Chennai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Temporary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Arjun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Delhi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2023-04-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2026-04-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Neha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Mumbai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2022-11-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2024-11-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Varun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Bangalore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Temporary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Sanjana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Pune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2023-05-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2026-05-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Karthik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Kolkata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2022-10-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2025-10-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Isha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Hyderabad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Temporary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Harish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Guntur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2023-06-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2026-06-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Pavani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Chennai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2023-07-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2026-07-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Vivek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Delhi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2022-09-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2024-09-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Riya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Mumbai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2024-02-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Temporary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Siddharth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Bangalore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2023-08-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2026-08-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Keerthi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Pune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2022-08-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2024-08-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Akash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Kolkata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2023-03-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2026-03-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Farah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Hyderabad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2024-01-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Temporary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Manish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Guntur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2023-09-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2026-09-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50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M120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Tanvi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Chennai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2022-07-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2024-07-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Permanent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40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 spc="-10"/>
              <a:t>LMS_SUPPLIERS_DETAILS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1814829"/>
            <a:ext cx="7647940" cy="256540"/>
            <a:chOff x="405129" y="1814829"/>
            <a:chExt cx="7647940" cy="256540"/>
          </a:xfrm>
        </p:grpSpPr>
        <p:sp>
          <p:nvSpPr>
            <p:cNvPr id="5" name="object 5"/>
            <p:cNvSpPr/>
            <p:nvPr/>
          </p:nvSpPr>
          <p:spPr>
            <a:xfrm>
              <a:off x="411480" y="1821192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27"/>
                  </a:lnTo>
                  <a:lnTo>
                    <a:pt x="7635240" y="243827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29" y="1821179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40"/>
                  </a:moveTo>
                  <a:lnTo>
                    <a:pt x="76479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2302510"/>
            <a:ext cx="7647940" cy="256540"/>
            <a:chOff x="405129" y="2302510"/>
            <a:chExt cx="7647940" cy="256540"/>
          </a:xfrm>
        </p:grpSpPr>
        <p:sp>
          <p:nvSpPr>
            <p:cNvPr id="8" name="object 8"/>
            <p:cNvSpPr/>
            <p:nvPr/>
          </p:nvSpPr>
          <p:spPr>
            <a:xfrm>
              <a:off x="411480" y="230885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29" y="2308860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39"/>
                  </a:moveTo>
                  <a:lnTo>
                    <a:pt x="76479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2790189"/>
            <a:ext cx="7647940" cy="256540"/>
            <a:chOff x="405129" y="2790189"/>
            <a:chExt cx="7647940" cy="256540"/>
          </a:xfrm>
        </p:grpSpPr>
        <p:sp>
          <p:nvSpPr>
            <p:cNvPr id="11" name="object 11"/>
            <p:cNvSpPr/>
            <p:nvPr/>
          </p:nvSpPr>
          <p:spPr>
            <a:xfrm>
              <a:off x="411480" y="279653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29" y="2796539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39"/>
                  </a:moveTo>
                  <a:lnTo>
                    <a:pt x="76479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3277870"/>
            <a:ext cx="7647940" cy="256540"/>
            <a:chOff x="405129" y="3277870"/>
            <a:chExt cx="7647940" cy="256540"/>
          </a:xfrm>
        </p:grpSpPr>
        <p:sp>
          <p:nvSpPr>
            <p:cNvPr id="14" name="object 14"/>
            <p:cNvSpPr/>
            <p:nvPr/>
          </p:nvSpPr>
          <p:spPr>
            <a:xfrm>
              <a:off x="411480" y="328421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29" y="3284220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39"/>
                  </a:moveTo>
                  <a:lnTo>
                    <a:pt x="76479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3765550"/>
            <a:ext cx="7647940" cy="256540"/>
            <a:chOff x="405129" y="3765550"/>
            <a:chExt cx="7647940" cy="256540"/>
          </a:xfrm>
        </p:grpSpPr>
        <p:sp>
          <p:nvSpPr>
            <p:cNvPr id="17" name="object 17"/>
            <p:cNvSpPr/>
            <p:nvPr/>
          </p:nvSpPr>
          <p:spPr>
            <a:xfrm>
              <a:off x="411480" y="377189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29" y="3771900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39"/>
                  </a:moveTo>
                  <a:lnTo>
                    <a:pt x="76479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05129" y="4253229"/>
            <a:ext cx="7647940" cy="256540"/>
            <a:chOff x="405129" y="4253229"/>
            <a:chExt cx="7647940" cy="256540"/>
          </a:xfrm>
        </p:grpSpPr>
        <p:sp>
          <p:nvSpPr>
            <p:cNvPr id="20" name="object 20"/>
            <p:cNvSpPr/>
            <p:nvPr/>
          </p:nvSpPr>
          <p:spPr>
            <a:xfrm>
              <a:off x="411480" y="425957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5129" y="4259579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40"/>
                  </a:moveTo>
                  <a:lnTo>
                    <a:pt x="76479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05129" y="4740909"/>
            <a:ext cx="7647940" cy="256540"/>
            <a:chOff x="405129" y="4740909"/>
            <a:chExt cx="7647940" cy="256540"/>
          </a:xfrm>
        </p:grpSpPr>
        <p:sp>
          <p:nvSpPr>
            <p:cNvPr id="23" name="object 23"/>
            <p:cNvSpPr/>
            <p:nvPr/>
          </p:nvSpPr>
          <p:spPr>
            <a:xfrm>
              <a:off x="411480" y="474725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5129" y="4747259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39"/>
                  </a:moveTo>
                  <a:lnTo>
                    <a:pt x="76479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05129" y="5228590"/>
            <a:ext cx="7647940" cy="256540"/>
            <a:chOff x="405129" y="5228590"/>
            <a:chExt cx="7647940" cy="256540"/>
          </a:xfrm>
        </p:grpSpPr>
        <p:sp>
          <p:nvSpPr>
            <p:cNvPr id="26" name="object 26"/>
            <p:cNvSpPr/>
            <p:nvPr/>
          </p:nvSpPr>
          <p:spPr>
            <a:xfrm>
              <a:off x="411480" y="5234940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5129" y="5234940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40"/>
                  </a:moveTo>
                  <a:lnTo>
                    <a:pt x="76479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05129" y="5716270"/>
            <a:ext cx="7647940" cy="256540"/>
            <a:chOff x="405129" y="5716270"/>
            <a:chExt cx="7647940" cy="256540"/>
          </a:xfrm>
        </p:grpSpPr>
        <p:sp>
          <p:nvSpPr>
            <p:cNvPr id="29" name="object 29"/>
            <p:cNvSpPr/>
            <p:nvPr/>
          </p:nvSpPr>
          <p:spPr>
            <a:xfrm>
              <a:off x="411480" y="5722620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5129" y="5722620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39"/>
                  </a:moveTo>
                  <a:lnTo>
                    <a:pt x="7647940" y="2438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05129" y="6203950"/>
            <a:ext cx="7647940" cy="256540"/>
            <a:chOff x="405129" y="6203950"/>
            <a:chExt cx="7647940" cy="256540"/>
          </a:xfrm>
        </p:grpSpPr>
        <p:sp>
          <p:nvSpPr>
            <p:cNvPr id="32" name="object 32"/>
            <p:cNvSpPr/>
            <p:nvPr/>
          </p:nvSpPr>
          <p:spPr>
            <a:xfrm>
              <a:off x="411480" y="6210299"/>
              <a:ext cx="7635240" cy="243840"/>
            </a:xfrm>
            <a:custGeom>
              <a:avLst/>
              <a:gdLst/>
              <a:ahLst/>
              <a:cxnLst/>
              <a:rect l="l" t="t" r="r" b="b"/>
              <a:pathLst>
                <a:path w="7635240" h="243839">
                  <a:moveTo>
                    <a:pt x="7635240" y="0"/>
                  </a:moveTo>
                  <a:lnTo>
                    <a:pt x="7635240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7635240" y="243840"/>
                  </a:lnTo>
                  <a:lnTo>
                    <a:pt x="76352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05129" y="6210300"/>
              <a:ext cx="7647940" cy="243840"/>
            </a:xfrm>
            <a:custGeom>
              <a:avLst/>
              <a:gdLst/>
              <a:ahLst/>
              <a:cxnLst/>
              <a:rect l="l" t="t" r="r" b="b"/>
              <a:pathLst>
                <a:path w="7647940" h="243839">
                  <a:moveTo>
                    <a:pt x="0" y="0"/>
                  </a:moveTo>
                  <a:lnTo>
                    <a:pt x="7647940" y="0"/>
                  </a:lnTo>
                </a:path>
                <a:path w="7647940" h="243839">
                  <a:moveTo>
                    <a:pt x="0" y="243840"/>
                  </a:moveTo>
                  <a:lnTo>
                    <a:pt x="7647940" y="243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405129" y="1319530"/>
          <a:ext cx="7724140" cy="5128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  <a:gridCol w="1371600"/>
                <a:gridCol w="1737360"/>
                <a:gridCol w="1554480"/>
              </a:tblGrid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Supplier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Sunrise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Vijayawada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2"/>
                        </a:rPr>
                        <a:t>s21@gmail.com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Blue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Sky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Hyderabad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3"/>
                        </a:rPr>
                        <a:t>s22@gmail.com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Leaf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Publishers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Delhi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4"/>
                        </a:rPr>
                        <a:t>s23@gmail.com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Star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Mumbai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5"/>
                        </a:rPr>
                        <a:t>s24@gmail.com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Bright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Bangalore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6"/>
                        </a:rPr>
                        <a:t>s25@gmail.com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Knowledge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World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Pune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7"/>
                        </a:rPr>
                        <a:t>s26@gmail.com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Future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Readers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Kolkata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8"/>
                        </a:rPr>
                        <a:t>s27@gmail.com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Smart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Chennai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9"/>
                        </a:rPr>
                        <a:t>s28@gmail.com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S29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Era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Guntur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0"/>
                        </a:rPr>
                        <a:t>s29@gmail.com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Classic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Hyderabad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1"/>
                        </a:rPr>
                        <a:t>s30@gmail.com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Modern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Delhi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2"/>
                        </a:rPr>
                        <a:t>s31@gmail.com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Tech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World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Mumbai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3"/>
                        </a:rPr>
                        <a:t>s32@gmail.com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Readers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Choice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Pune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4"/>
                        </a:rPr>
                        <a:t>s33@gmail.com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Prime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Bangalore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5"/>
                        </a:rPr>
                        <a:t>s34@gmail.com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Wisdom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Kolkata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6"/>
                        </a:rPr>
                        <a:t>s35@gmail.com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Galaxy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Publishers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Chennai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7"/>
                        </a:rPr>
                        <a:t>s36@gmail.com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Creative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Vijayawada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8"/>
                        </a:rPr>
                        <a:t>s37@gmail.com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National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Hyderabad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19"/>
                        </a:rPr>
                        <a:t>s38@gmail.com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S39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Evergreen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Books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Guntur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20"/>
                        </a:rPr>
                        <a:t>s39@gmail.com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50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S40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Universal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Publishers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Delhi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9123400020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  <a:hlinkClick r:id="rId21"/>
                        </a:rPr>
                        <a:t>s40@gmail.com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100" y="330199"/>
            <a:ext cx="42360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40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 spc="-10"/>
              <a:t>LMS_FINE_DETAILS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1921510"/>
            <a:ext cx="2984500" cy="309880"/>
            <a:chOff x="405129" y="1921510"/>
            <a:chExt cx="2984500" cy="309880"/>
          </a:xfrm>
        </p:grpSpPr>
        <p:sp>
          <p:nvSpPr>
            <p:cNvPr id="5" name="object 5"/>
            <p:cNvSpPr/>
            <p:nvPr/>
          </p:nvSpPr>
          <p:spPr>
            <a:xfrm>
              <a:off x="411480" y="1927859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80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29" y="1927860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80">
                  <a:moveTo>
                    <a:pt x="0" y="0"/>
                  </a:moveTo>
                  <a:lnTo>
                    <a:pt x="2984499" y="0"/>
                  </a:lnTo>
                </a:path>
                <a:path w="2984500" h="297180">
                  <a:moveTo>
                    <a:pt x="0" y="297179"/>
                  </a:moveTo>
                  <a:lnTo>
                    <a:pt x="2984499" y="29717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2515870"/>
            <a:ext cx="2984500" cy="309880"/>
            <a:chOff x="405129" y="2515870"/>
            <a:chExt cx="2984500" cy="309880"/>
          </a:xfrm>
        </p:grpSpPr>
        <p:sp>
          <p:nvSpPr>
            <p:cNvPr id="8" name="object 8"/>
            <p:cNvSpPr/>
            <p:nvPr/>
          </p:nvSpPr>
          <p:spPr>
            <a:xfrm>
              <a:off x="411480" y="2522219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80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29" y="2522220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80">
                  <a:moveTo>
                    <a:pt x="0" y="0"/>
                  </a:moveTo>
                  <a:lnTo>
                    <a:pt x="2984499" y="0"/>
                  </a:lnTo>
                </a:path>
                <a:path w="2984500" h="297180">
                  <a:moveTo>
                    <a:pt x="0" y="297179"/>
                  </a:moveTo>
                  <a:lnTo>
                    <a:pt x="2984499" y="29717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3110229"/>
            <a:ext cx="2984500" cy="309880"/>
            <a:chOff x="405129" y="3110229"/>
            <a:chExt cx="2984500" cy="309880"/>
          </a:xfrm>
        </p:grpSpPr>
        <p:sp>
          <p:nvSpPr>
            <p:cNvPr id="11" name="object 11"/>
            <p:cNvSpPr/>
            <p:nvPr/>
          </p:nvSpPr>
          <p:spPr>
            <a:xfrm>
              <a:off x="411480" y="3116592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7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67"/>
                  </a:lnTo>
                  <a:lnTo>
                    <a:pt x="1143000" y="297167"/>
                  </a:lnTo>
                  <a:lnTo>
                    <a:pt x="2971800" y="297167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29" y="3116579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79">
                  <a:moveTo>
                    <a:pt x="0" y="0"/>
                  </a:moveTo>
                  <a:lnTo>
                    <a:pt x="2984499" y="0"/>
                  </a:lnTo>
                </a:path>
                <a:path w="2984500" h="297179">
                  <a:moveTo>
                    <a:pt x="0" y="297180"/>
                  </a:moveTo>
                  <a:lnTo>
                    <a:pt x="2984499" y="2971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3704590"/>
            <a:ext cx="2984500" cy="309880"/>
            <a:chOff x="405129" y="3704590"/>
            <a:chExt cx="2984500" cy="309880"/>
          </a:xfrm>
        </p:grpSpPr>
        <p:sp>
          <p:nvSpPr>
            <p:cNvPr id="14" name="object 14"/>
            <p:cNvSpPr/>
            <p:nvPr/>
          </p:nvSpPr>
          <p:spPr>
            <a:xfrm>
              <a:off x="411480" y="3710940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7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29" y="3710940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79">
                  <a:moveTo>
                    <a:pt x="0" y="0"/>
                  </a:moveTo>
                  <a:lnTo>
                    <a:pt x="2984499" y="0"/>
                  </a:lnTo>
                </a:path>
                <a:path w="2984500" h="297179">
                  <a:moveTo>
                    <a:pt x="0" y="297180"/>
                  </a:moveTo>
                  <a:lnTo>
                    <a:pt x="2984499" y="2971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4298950"/>
            <a:ext cx="2984500" cy="309880"/>
            <a:chOff x="405129" y="4298950"/>
            <a:chExt cx="2984500" cy="309880"/>
          </a:xfrm>
        </p:grpSpPr>
        <p:sp>
          <p:nvSpPr>
            <p:cNvPr id="17" name="object 17"/>
            <p:cNvSpPr/>
            <p:nvPr/>
          </p:nvSpPr>
          <p:spPr>
            <a:xfrm>
              <a:off x="411480" y="4305299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7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29" y="4305300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79">
                  <a:moveTo>
                    <a:pt x="0" y="0"/>
                  </a:moveTo>
                  <a:lnTo>
                    <a:pt x="2984499" y="0"/>
                  </a:lnTo>
                </a:path>
                <a:path w="2984500" h="297179">
                  <a:moveTo>
                    <a:pt x="0" y="297180"/>
                  </a:moveTo>
                  <a:lnTo>
                    <a:pt x="2984499" y="2971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05129" y="4893309"/>
            <a:ext cx="2984500" cy="309880"/>
            <a:chOff x="405129" y="4893309"/>
            <a:chExt cx="2984500" cy="309880"/>
          </a:xfrm>
        </p:grpSpPr>
        <p:sp>
          <p:nvSpPr>
            <p:cNvPr id="20" name="object 20"/>
            <p:cNvSpPr/>
            <p:nvPr/>
          </p:nvSpPr>
          <p:spPr>
            <a:xfrm>
              <a:off x="411480" y="4899659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7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05129" y="4899659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79">
                  <a:moveTo>
                    <a:pt x="0" y="0"/>
                  </a:moveTo>
                  <a:lnTo>
                    <a:pt x="2984499" y="0"/>
                  </a:lnTo>
                </a:path>
                <a:path w="2984500" h="297179">
                  <a:moveTo>
                    <a:pt x="0" y="297179"/>
                  </a:moveTo>
                  <a:lnTo>
                    <a:pt x="2984499" y="29717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05129" y="5487670"/>
            <a:ext cx="2984500" cy="309880"/>
            <a:chOff x="405129" y="5487670"/>
            <a:chExt cx="2984500" cy="309880"/>
          </a:xfrm>
        </p:grpSpPr>
        <p:sp>
          <p:nvSpPr>
            <p:cNvPr id="23" name="object 23"/>
            <p:cNvSpPr/>
            <p:nvPr/>
          </p:nvSpPr>
          <p:spPr>
            <a:xfrm>
              <a:off x="411480" y="5494020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7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5129" y="5494020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79">
                  <a:moveTo>
                    <a:pt x="0" y="0"/>
                  </a:moveTo>
                  <a:lnTo>
                    <a:pt x="2984499" y="0"/>
                  </a:lnTo>
                </a:path>
                <a:path w="2984500" h="297179">
                  <a:moveTo>
                    <a:pt x="0" y="297179"/>
                  </a:moveTo>
                  <a:lnTo>
                    <a:pt x="2984499" y="29717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05129" y="6082029"/>
            <a:ext cx="2984500" cy="309880"/>
            <a:chOff x="405129" y="6082029"/>
            <a:chExt cx="2984500" cy="309880"/>
          </a:xfrm>
        </p:grpSpPr>
        <p:sp>
          <p:nvSpPr>
            <p:cNvPr id="26" name="object 26"/>
            <p:cNvSpPr/>
            <p:nvPr/>
          </p:nvSpPr>
          <p:spPr>
            <a:xfrm>
              <a:off x="411480" y="6088379"/>
              <a:ext cx="2971800" cy="297180"/>
            </a:xfrm>
            <a:custGeom>
              <a:avLst/>
              <a:gdLst/>
              <a:ahLst/>
              <a:cxnLst/>
              <a:rect l="l" t="t" r="r" b="b"/>
              <a:pathLst>
                <a:path w="2971800" h="29717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1143000" y="297180"/>
                  </a:lnTo>
                  <a:lnTo>
                    <a:pt x="2971800" y="29718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5129" y="6088379"/>
              <a:ext cx="2984500" cy="297180"/>
            </a:xfrm>
            <a:custGeom>
              <a:avLst/>
              <a:gdLst/>
              <a:ahLst/>
              <a:cxnLst/>
              <a:rect l="l" t="t" r="r" b="b"/>
              <a:pathLst>
                <a:path w="2984500" h="297179">
                  <a:moveTo>
                    <a:pt x="0" y="0"/>
                  </a:moveTo>
                  <a:lnTo>
                    <a:pt x="2984499" y="0"/>
                  </a:lnTo>
                </a:path>
                <a:path w="2984500" h="297179">
                  <a:moveTo>
                    <a:pt x="0" y="297180"/>
                  </a:moveTo>
                  <a:lnTo>
                    <a:pt x="2984499" y="2971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05129" y="6676390"/>
            <a:ext cx="2984500" cy="181610"/>
            <a:chOff x="405129" y="6676390"/>
            <a:chExt cx="2984500" cy="181610"/>
          </a:xfrm>
        </p:grpSpPr>
        <p:sp>
          <p:nvSpPr>
            <p:cNvPr id="29" name="object 29"/>
            <p:cNvSpPr/>
            <p:nvPr/>
          </p:nvSpPr>
          <p:spPr>
            <a:xfrm>
              <a:off x="411480" y="6682752"/>
              <a:ext cx="2971800" cy="175260"/>
            </a:xfrm>
            <a:custGeom>
              <a:avLst/>
              <a:gdLst/>
              <a:ahLst/>
              <a:cxnLst/>
              <a:rect l="l" t="t" r="r" b="b"/>
              <a:pathLst>
                <a:path w="2971800" h="175259">
                  <a:moveTo>
                    <a:pt x="2971800" y="0"/>
                  </a:moveTo>
                  <a:lnTo>
                    <a:pt x="1143000" y="0"/>
                  </a:lnTo>
                  <a:lnTo>
                    <a:pt x="0" y="0"/>
                  </a:lnTo>
                  <a:lnTo>
                    <a:pt x="0" y="175247"/>
                  </a:lnTo>
                  <a:lnTo>
                    <a:pt x="1143000" y="175247"/>
                  </a:lnTo>
                  <a:lnTo>
                    <a:pt x="2971800" y="175247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05129" y="6682740"/>
              <a:ext cx="2984500" cy="0"/>
            </a:xfrm>
            <a:custGeom>
              <a:avLst/>
              <a:gdLst/>
              <a:ahLst/>
              <a:cxnLst/>
              <a:rect l="l" t="t" r="r" b="b"/>
              <a:pathLst>
                <a:path w="2984500" h="0">
                  <a:moveTo>
                    <a:pt x="0" y="0"/>
                  </a:moveTo>
                  <a:lnTo>
                    <a:pt x="2984499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05129" y="1319530"/>
          <a:ext cx="3060700" cy="5526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Fine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Amount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F21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F22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25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F23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35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F24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45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55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F26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65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F27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75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F28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85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F29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95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F30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105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F31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115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F32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125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F33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135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F34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145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155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F36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165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F37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175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F38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280"/>
                        </a:spcBef>
                      </a:pPr>
                      <a:r>
                        <a:rPr dirty="0" sz="1350" spc="-25">
                          <a:latin typeface="Calibri"/>
                          <a:cs typeface="Calibri"/>
                        </a:rPr>
                        <a:t>185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0"/>
              <a:t> </a:t>
            </a:r>
            <a:r>
              <a:rPr dirty="0"/>
              <a:t>2</a:t>
            </a:r>
            <a:r>
              <a:rPr dirty="0" spc="-30"/>
              <a:t> </a:t>
            </a:r>
            <a:r>
              <a:rPr dirty="0"/>
              <a:t>—</a:t>
            </a:r>
            <a:r>
              <a:rPr dirty="0" spc="-40"/>
              <a:t> </a:t>
            </a:r>
            <a:r>
              <a:rPr dirty="0" spc="-20"/>
              <a:t>LMS_BOOK_DETAILS</a:t>
            </a:r>
            <a:r>
              <a:rPr dirty="0" spc="-45"/>
              <a:t> </a:t>
            </a:r>
            <a:r>
              <a:rPr dirty="0" spc="-10"/>
              <a:t>(1–</a:t>
            </a:r>
            <a:r>
              <a:rPr dirty="0" spc="-25"/>
              <a:t>10)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2200655"/>
            <a:ext cx="11786870" cy="453390"/>
            <a:chOff x="405129" y="2200655"/>
            <a:chExt cx="11786870" cy="453390"/>
          </a:xfrm>
        </p:grpSpPr>
        <p:sp>
          <p:nvSpPr>
            <p:cNvPr id="5" name="object 5"/>
            <p:cNvSpPr/>
            <p:nvPr/>
          </p:nvSpPr>
          <p:spPr>
            <a:xfrm>
              <a:off x="411480" y="2206993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30" y="2200655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63"/>
                  </a:lnTo>
                  <a:lnTo>
                    <a:pt x="11786870" y="453263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3081782"/>
            <a:ext cx="11786870" cy="453390"/>
            <a:chOff x="405129" y="3081782"/>
            <a:chExt cx="11786870" cy="453390"/>
          </a:xfrm>
        </p:grpSpPr>
        <p:sp>
          <p:nvSpPr>
            <p:cNvPr id="8" name="object 8"/>
            <p:cNvSpPr/>
            <p:nvPr/>
          </p:nvSpPr>
          <p:spPr>
            <a:xfrm>
              <a:off x="411480" y="3088119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30" y="3081781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75"/>
                  </a:lnTo>
                  <a:lnTo>
                    <a:pt x="11786870" y="453275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3963034"/>
            <a:ext cx="11786870" cy="453390"/>
            <a:chOff x="405129" y="3963034"/>
            <a:chExt cx="11786870" cy="453390"/>
          </a:xfrm>
        </p:grpSpPr>
        <p:sp>
          <p:nvSpPr>
            <p:cNvPr id="11" name="object 11"/>
            <p:cNvSpPr/>
            <p:nvPr/>
          </p:nvSpPr>
          <p:spPr>
            <a:xfrm>
              <a:off x="411480" y="3969372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30" y="3963034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63"/>
                  </a:lnTo>
                  <a:lnTo>
                    <a:pt x="11786870" y="453263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4844160"/>
            <a:ext cx="11786870" cy="453390"/>
            <a:chOff x="405129" y="4844160"/>
            <a:chExt cx="11786870" cy="453390"/>
          </a:xfrm>
        </p:grpSpPr>
        <p:sp>
          <p:nvSpPr>
            <p:cNvPr id="14" name="object 14"/>
            <p:cNvSpPr/>
            <p:nvPr/>
          </p:nvSpPr>
          <p:spPr>
            <a:xfrm>
              <a:off x="411480" y="4850498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30" y="4844160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63"/>
                  </a:lnTo>
                  <a:lnTo>
                    <a:pt x="11786870" y="453263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5725274"/>
            <a:ext cx="11786870" cy="453390"/>
            <a:chOff x="405129" y="5725274"/>
            <a:chExt cx="11786870" cy="453390"/>
          </a:xfrm>
        </p:grpSpPr>
        <p:sp>
          <p:nvSpPr>
            <p:cNvPr id="17" name="object 17"/>
            <p:cNvSpPr/>
            <p:nvPr/>
          </p:nvSpPr>
          <p:spPr>
            <a:xfrm>
              <a:off x="411480" y="5731624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30" y="5725274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75"/>
                  </a:moveTo>
                  <a:lnTo>
                    <a:pt x="0" y="440575"/>
                  </a:lnTo>
                  <a:lnTo>
                    <a:pt x="0" y="453275"/>
                  </a:lnTo>
                  <a:lnTo>
                    <a:pt x="11786870" y="453275"/>
                  </a:lnTo>
                  <a:lnTo>
                    <a:pt x="11786870" y="440575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5129" y="1319530"/>
          <a:ext cx="11863070" cy="484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  <a:gridCol w="1371600"/>
                <a:gridCol w="1737360"/>
                <a:gridCol w="1554480"/>
                <a:gridCol w="1371600"/>
                <a:gridCol w="1097279"/>
                <a:gridCol w="1280159"/>
                <a:gridCol w="396240"/>
              </a:tblGrid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Publish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Edition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Made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Easy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Programming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Balagurusamy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Sunrise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Publications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2019-01-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480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Java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Essentials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Java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Kathy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Sierra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Blue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Sky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2020-02-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620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Python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Programming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Python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Eric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Matthes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Leaf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Publishers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2021-05-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Database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Concepts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Database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Raghu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Ramakrishnan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Star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2019-03-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760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HTML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CSS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Web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Jon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Duckett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Bright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Publications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2020-04-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550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Structures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 in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C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Programming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Seymour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Lipschutz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Knowledge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World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2018-01-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680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Artificial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Intelligence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AI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Elaine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Rich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Future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Readers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2021-05-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Advanced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Python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Python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Luciano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Ramalho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Smart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2022-02-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BK100009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Computer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Architecture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Architecture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Morris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Mano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Era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Publications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2019-06-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870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Network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Security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Networking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William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Stallings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Classic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2020-08-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940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40"/>
              <a:t> </a:t>
            </a:r>
            <a:r>
              <a:rPr dirty="0"/>
              <a:t>2</a:t>
            </a:r>
            <a:r>
              <a:rPr dirty="0" spc="-20"/>
              <a:t> </a:t>
            </a:r>
            <a:r>
              <a:rPr dirty="0"/>
              <a:t>—</a:t>
            </a:r>
            <a:r>
              <a:rPr dirty="0" spc="-35"/>
              <a:t> </a:t>
            </a:r>
            <a:r>
              <a:rPr dirty="0" spc="-20"/>
              <a:t>LMS_BOOK_DETAILS</a:t>
            </a:r>
            <a:r>
              <a:rPr dirty="0" spc="-35"/>
              <a:t> </a:t>
            </a:r>
            <a:r>
              <a:rPr dirty="0" spc="-20"/>
              <a:t>(11–</a:t>
            </a:r>
            <a:r>
              <a:rPr dirty="0" spc="-25"/>
              <a:t>20)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2200655"/>
            <a:ext cx="11786870" cy="453390"/>
            <a:chOff x="405129" y="2200655"/>
            <a:chExt cx="11786870" cy="453390"/>
          </a:xfrm>
        </p:grpSpPr>
        <p:sp>
          <p:nvSpPr>
            <p:cNvPr id="5" name="object 5"/>
            <p:cNvSpPr/>
            <p:nvPr/>
          </p:nvSpPr>
          <p:spPr>
            <a:xfrm>
              <a:off x="411480" y="2206993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30" y="2200655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63"/>
                  </a:lnTo>
                  <a:lnTo>
                    <a:pt x="11786870" y="453263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3081782"/>
            <a:ext cx="11786870" cy="453390"/>
            <a:chOff x="405129" y="3081782"/>
            <a:chExt cx="11786870" cy="453390"/>
          </a:xfrm>
        </p:grpSpPr>
        <p:sp>
          <p:nvSpPr>
            <p:cNvPr id="8" name="object 8"/>
            <p:cNvSpPr/>
            <p:nvPr/>
          </p:nvSpPr>
          <p:spPr>
            <a:xfrm>
              <a:off x="411480" y="3088119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30" y="3081781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75"/>
                  </a:lnTo>
                  <a:lnTo>
                    <a:pt x="11786870" y="453275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3963034"/>
            <a:ext cx="11786870" cy="453390"/>
            <a:chOff x="405129" y="3963034"/>
            <a:chExt cx="11786870" cy="453390"/>
          </a:xfrm>
        </p:grpSpPr>
        <p:sp>
          <p:nvSpPr>
            <p:cNvPr id="11" name="object 11"/>
            <p:cNvSpPr/>
            <p:nvPr/>
          </p:nvSpPr>
          <p:spPr>
            <a:xfrm>
              <a:off x="411480" y="3969372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30" y="3963034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63"/>
                  </a:lnTo>
                  <a:lnTo>
                    <a:pt x="11786870" y="453263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4844160"/>
            <a:ext cx="11786870" cy="453390"/>
            <a:chOff x="405129" y="4844160"/>
            <a:chExt cx="11786870" cy="453390"/>
          </a:xfrm>
        </p:grpSpPr>
        <p:sp>
          <p:nvSpPr>
            <p:cNvPr id="14" name="object 14"/>
            <p:cNvSpPr/>
            <p:nvPr/>
          </p:nvSpPr>
          <p:spPr>
            <a:xfrm>
              <a:off x="411480" y="4850498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30" y="4844160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63"/>
                  </a:moveTo>
                  <a:lnTo>
                    <a:pt x="0" y="440563"/>
                  </a:lnTo>
                  <a:lnTo>
                    <a:pt x="0" y="453263"/>
                  </a:lnTo>
                  <a:lnTo>
                    <a:pt x="11786870" y="453263"/>
                  </a:lnTo>
                  <a:lnTo>
                    <a:pt x="11786870" y="440563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5725274"/>
            <a:ext cx="11786870" cy="453390"/>
            <a:chOff x="405129" y="5725274"/>
            <a:chExt cx="11786870" cy="453390"/>
          </a:xfrm>
        </p:grpSpPr>
        <p:sp>
          <p:nvSpPr>
            <p:cNvPr id="17" name="object 17"/>
            <p:cNvSpPr/>
            <p:nvPr/>
          </p:nvSpPr>
          <p:spPr>
            <a:xfrm>
              <a:off x="411480" y="5731624"/>
              <a:ext cx="11780520" cy="440690"/>
            </a:xfrm>
            <a:custGeom>
              <a:avLst/>
              <a:gdLst/>
              <a:ahLst/>
              <a:cxnLst/>
              <a:rect l="l" t="t" r="r" b="b"/>
              <a:pathLst>
                <a:path w="11780520" h="440689">
                  <a:moveTo>
                    <a:pt x="11780520" y="0"/>
                  </a:moveTo>
                  <a:lnTo>
                    <a:pt x="1178052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780520" y="440575"/>
                  </a:lnTo>
                  <a:lnTo>
                    <a:pt x="117805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30" y="5725274"/>
              <a:ext cx="11786870" cy="453390"/>
            </a:xfrm>
            <a:custGeom>
              <a:avLst/>
              <a:gdLst/>
              <a:ahLst/>
              <a:cxnLst/>
              <a:rect l="l" t="t" r="r" b="b"/>
              <a:pathLst>
                <a:path w="11786870" h="453389">
                  <a:moveTo>
                    <a:pt x="11786870" y="440575"/>
                  </a:moveTo>
                  <a:lnTo>
                    <a:pt x="0" y="440575"/>
                  </a:lnTo>
                  <a:lnTo>
                    <a:pt x="0" y="453275"/>
                  </a:lnTo>
                  <a:lnTo>
                    <a:pt x="11786870" y="453275"/>
                  </a:lnTo>
                  <a:lnTo>
                    <a:pt x="11786870" y="440575"/>
                  </a:lnTo>
                  <a:close/>
                </a:path>
                <a:path w="11786870" h="453389">
                  <a:moveTo>
                    <a:pt x="117868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1786870" y="12700"/>
                  </a:lnTo>
                  <a:lnTo>
                    <a:pt x="1178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5129" y="1319530"/>
          <a:ext cx="11863070" cy="484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  <a:gridCol w="1371600"/>
                <a:gridCol w="1737360"/>
                <a:gridCol w="1554480"/>
                <a:gridCol w="1371600"/>
                <a:gridCol w="1097279"/>
                <a:gridCol w="1280159"/>
                <a:gridCol w="396240"/>
              </a:tblGrid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Publish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Edition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Java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Complete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Guide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Java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Herbert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Schildt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Modern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Publications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2021-03-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890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Deep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Learning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AI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Ian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Goodfellow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Tech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World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2022-01-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1100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Algorithms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Python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Programming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908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Robert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Sedgewick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Readers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Choice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2020-09-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780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Software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Engineering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SE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83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Ian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Sommerville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Prime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Publications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2019-10-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Cloud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Technology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Cloud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Thomas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Erl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Wisdom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2021-05-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730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Systems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OS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133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William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Stallings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Galaxy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Publishers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2018-02-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910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Computer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Graphics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Graphics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Donald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Hearn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Creative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2020-11-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840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Digital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Electronics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Electronics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Thomas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Floyd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National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Publications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2019-12-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610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BK100019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Development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Web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Paul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Deitel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Evergreen</a:t>
                      </a:r>
                      <a:r>
                        <a:rPr dirty="0" sz="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Books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2021-02-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790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0D7E8"/>
                    </a:solidFill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BK100020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Machine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Learning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25">
                          <a:latin typeface="Calibri"/>
                          <a:cs typeface="Calibri"/>
                        </a:rPr>
                        <a:t>AI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Tom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Mitchell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>
                          <a:latin typeface="Calibri"/>
                          <a:cs typeface="Calibri"/>
                        </a:rPr>
                        <a:t>Universal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Publishers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10">
                          <a:latin typeface="Calibri"/>
                          <a:cs typeface="Calibri"/>
                        </a:rPr>
                        <a:t>2022-03-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10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5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1050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40"/>
              <a:t> </a:t>
            </a:r>
            <a:r>
              <a:rPr dirty="0"/>
              <a:t>—</a:t>
            </a:r>
            <a:r>
              <a:rPr dirty="0" spc="-50"/>
              <a:t> </a:t>
            </a:r>
            <a:r>
              <a:rPr dirty="0" spc="-10"/>
              <a:t>LMS_BOOK_ISSUE</a:t>
            </a:r>
            <a:r>
              <a:rPr dirty="0" spc="-55"/>
              <a:t> </a:t>
            </a:r>
            <a:r>
              <a:rPr dirty="0" spc="-20"/>
              <a:t>(1–</a:t>
            </a:r>
            <a:r>
              <a:rPr dirty="0" spc="-25"/>
              <a:t>10)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2200655"/>
            <a:ext cx="11396980" cy="453390"/>
            <a:chOff x="405129" y="2200655"/>
            <a:chExt cx="11396980" cy="453390"/>
          </a:xfrm>
        </p:grpSpPr>
        <p:sp>
          <p:nvSpPr>
            <p:cNvPr id="5" name="object 5"/>
            <p:cNvSpPr/>
            <p:nvPr/>
          </p:nvSpPr>
          <p:spPr>
            <a:xfrm>
              <a:off x="411480" y="2206993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29" y="2207005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3081782"/>
            <a:ext cx="11396980" cy="453390"/>
            <a:chOff x="405129" y="3081782"/>
            <a:chExt cx="11396980" cy="453390"/>
          </a:xfrm>
        </p:grpSpPr>
        <p:sp>
          <p:nvSpPr>
            <p:cNvPr id="8" name="object 8"/>
            <p:cNvSpPr/>
            <p:nvPr/>
          </p:nvSpPr>
          <p:spPr>
            <a:xfrm>
              <a:off x="411480" y="3088119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29" y="3088132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3963034"/>
            <a:ext cx="11396980" cy="453390"/>
            <a:chOff x="405129" y="3963034"/>
            <a:chExt cx="11396980" cy="453390"/>
          </a:xfrm>
        </p:grpSpPr>
        <p:sp>
          <p:nvSpPr>
            <p:cNvPr id="11" name="object 11"/>
            <p:cNvSpPr/>
            <p:nvPr/>
          </p:nvSpPr>
          <p:spPr>
            <a:xfrm>
              <a:off x="411480" y="3969372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29" y="3969384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4844160"/>
            <a:ext cx="11396980" cy="453390"/>
            <a:chOff x="405129" y="4844160"/>
            <a:chExt cx="11396980" cy="453390"/>
          </a:xfrm>
        </p:grpSpPr>
        <p:sp>
          <p:nvSpPr>
            <p:cNvPr id="14" name="object 14"/>
            <p:cNvSpPr/>
            <p:nvPr/>
          </p:nvSpPr>
          <p:spPr>
            <a:xfrm>
              <a:off x="411480" y="4850498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29" y="4850510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5725274"/>
            <a:ext cx="11396980" cy="453390"/>
            <a:chOff x="405129" y="5725274"/>
            <a:chExt cx="11396980" cy="453390"/>
          </a:xfrm>
        </p:grpSpPr>
        <p:sp>
          <p:nvSpPr>
            <p:cNvPr id="17" name="object 17"/>
            <p:cNvSpPr/>
            <p:nvPr/>
          </p:nvSpPr>
          <p:spPr>
            <a:xfrm>
              <a:off x="411480" y="5731624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29" y="5731624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75"/>
                  </a:moveTo>
                  <a:lnTo>
                    <a:pt x="11396980" y="44057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5129" y="1319530"/>
          <a:ext cx="11473180" cy="484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  <a:gridCol w="1371600"/>
                <a:gridCol w="1737360"/>
                <a:gridCol w="1554480"/>
                <a:gridCol w="1371600"/>
                <a:gridCol w="1097279"/>
                <a:gridCol w="1280159"/>
              </a:tblGrid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Issue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04-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05-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109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M109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BK100009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F29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35"/>
              <a:t> </a:t>
            </a:r>
            <a:r>
              <a:rPr dirty="0"/>
              <a:t>—</a:t>
            </a:r>
            <a:r>
              <a:rPr dirty="0" spc="-45"/>
              <a:t> </a:t>
            </a:r>
            <a:r>
              <a:rPr dirty="0" spc="-10"/>
              <a:t>LMS_BOOK_ISSUE</a:t>
            </a:r>
            <a:r>
              <a:rPr dirty="0" spc="-55"/>
              <a:t> </a:t>
            </a:r>
            <a:r>
              <a:rPr dirty="0" spc="-20"/>
              <a:t>(11–</a:t>
            </a:r>
            <a:r>
              <a:rPr dirty="0" spc="-25"/>
              <a:t>20)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67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129" y="2200655"/>
            <a:ext cx="11396980" cy="453390"/>
            <a:chOff x="405129" y="2200655"/>
            <a:chExt cx="11396980" cy="453390"/>
          </a:xfrm>
        </p:grpSpPr>
        <p:sp>
          <p:nvSpPr>
            <p:cNvPr id="5" name="object 5"/>
            <p:cNvSpPr/>
            <p:nvPr/>
          </p:nvSpPr>
          <p:spPr>
            <a:xfrm>
              <a:off x="411480" y="2206993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5129" y="2207005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05129" y="3081782"/>
            <a:ext cx="11396980" cy="453390"/>
            <a:chOff x="405129" y="3081782"/>
            <a:chExt cx="11396980" cy="453390"/>
          </a:xfrm>
        </p:grpSpPr>
        <p:sp>
          <p:nvSpPr>
            <p:cNvPr id="8" name="object 8"/>
            <p:cNvSpPr/>
            <p:nvPr/>
          </p:nvSpPr>
          <p:spPr>
            <a:xfrm>
              <a:off x="411480" y="3088119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5129" y="3088132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5129" y="3963034"/>
            <a:ext cx="11396980" cy="453390"/>
            <a:chOff x="405129" y="3963034"/>
            <a:chExt cx="11396980" cy="453390"/>
          </a:xfrm>
        </p:grpSpPr>
        <p:sp>
          <p:nvSpPr>
            <p:cNvPr id="11" name="object 11"/>
            <p:cNvSpPr/>
            <p:nvPr/>
          </p:nvSpPr>
          <p:spPr>
            <a:xfrm>
              <a:off x="411480" y="3969372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129" y="3969384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5129" y="4844160"/>
            <a:ext cx="11396980" cy="453390"/>
            <a:chOff x="405129" y="4844160"/>
            <a:chExt cx="11396980" cy="453390"/>
          </a:xfrm>
        </p:grpSpPr>
        <p:sp>
          <p:nvSpPr>
            <p:cNvPr id="14" name="object 14"/>
            <p:cNvSpPr/>
            <p:nvPr/>
          </p:nvSpPr>
          <p:spPr>
            <a:xfrm>
              <a:off x="411480" y="4850498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5129" y="4850510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63"/>
                  </a:moveTo>
                  <a:lnTo>
                    <a:pt x="11396980" y="44056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405129" y="5725274"/>
            <a:ext cx="11396980" cy="453390"/>
            <a:chOff x="405129" y="5725274"/>
            <a:chExt cx="11396980" cy="453390"/>
          </a:xfrm>
        </p:grpSpPr>
        <p:sp>
          <p:nvSpPr>
            <p:cNvPr id="17" name="object 17"/>
            <p:cNvSpPr/>
            <p:nvPr/>
          </p:nvSpPr>
          <p:spPr>
            <a:xfrm>
              <a:off x="411480" y="5731624"/>
              <a:ext cx="11384280" cy="440690"/>
            </a:xfrm>
            <a:custGeom>
              <a:avLst/>
              <a:gdLst/>
              <a:ahLst/>
              <a:cxnLst/>
              <a:rect l="l" t="t" r="r" b="b"/>
              <a:pathLst>
                <a:path w="11384280" h="440689">
                  <a:moveTo>
                    <a:pt x="11384280" y="0"/>
                  </a:moveTo>
                  <a:lnTo>
                    <a:pt x="11384280" y="0"/>
                  </a:lnTo>
                  <a:lnTo>
                    <a:pt x="0" y="0"/>
                  </a:lnTo>
                  <a:lnTo>
                    <a:pt x="0" y="440575"/>
                  </a:lnTo>
                  <a:lnTo>
                    <a:pt x="11384280" y="440575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129" y="5731624"/>
              <a:ext cx="11396980" cy="440690"/>
            </a:xfrm>
            <a:custGeom>
              <a:avLst/>
              <a:gdLst/>
              <a:ahLst/>
              <a:cxnLst/>
              <a:rect l="l" t="t" r="r" b="b"/>
              <a:pathLst>
                <a:path w="11396980" h="440689">
                  <a:moveTo>
                    <a:pt x="0" y="0"/>
                  </a:moveTo>
                  <a:lnTo>
                    <a:pt x="11396980" y="0"/>
                  </a:lnTo>
                </a:path>
                <a:path w="11396980" h="440689">
                  <a:moveTo>
                    <a:pt x="0" y="440575"/>
                  </a:moveTo>
                  <a:lnTo>
                    <a:pt x="11396980" y="44057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5129" y="1319530"/>
          <a:ext cx="11473180" cy="484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1828800"/>
                <a:gridCol w="1371600"/>
                <a:gridCol w="1737360"/>
                <a:gridCol w="1554480"/>
                <a:gridCol w="1371600"/>
                <a:gridCol w="1097279"/>
                <a:gridCol w="1280159"/>
              </a:tblGrid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Issue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06-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07-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119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M119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BK100019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24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F39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M120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BK100020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15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2023-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08-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F40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60"/>
              <a:t> </a:t>
            </a:r>
            <a:r>
              <a:rPr dirty="0"/>
              <a:t>3</a:t>
            </a:r>
            <a:r>
              <a:rPr dirty="0" spc="-40"/>
              <a:t> </a:t>
            </a:r>
            <a:r>
              <a:rPr dirty="0"/>
              <a:t>—</a:t>
            </a:r>
            <a:r>
              <a:rPr dirty="0" spc="-55"/>
              <a:t> </a:t>
            </a:r>
            <a:r>
              <a:rPr dirty="0"/>
              <a:t>SQL</a:t>
            </a:r>
            <a:r>
              <a:rPr dirty="0" spc="-50"/>
              <a:t> </a:t>
            </a:r>
            <a:r>
              <a:rPr dirty="0"/>
              <a:t>Queries</a:t>
            </a:r>
            <a:r>
              <a:rPr dirty="0" spc="-60"/>
              <a:t> </a:t>
            </a:r>
            <a:r>
              <a:rPr dirty="0" spc="-20"/>
              <a:t>1–</a:t>
            </a:r>
            <a:r>
              <a:rPr dirty="0" spc="-5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1076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queries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16718"/>
            <a:ext cx="11058525" cy="4552315"/>
            <a:chOff x="548640" y="1316718"/>
            <a:chExt cx="11058525" cy="4552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316718"/>
              <a:ext cx="11058143" cy="45521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10226040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60"/>
                  </a:lnTo>
                  <a:lnTo>
                    <a:pt x="0" y="3733800"/>
                  </a:lnTo>
                  <a:lnTo>
                    <a:pt x="1469" y="3781020"/>
                  </a:lnTo>
                  <a:lnTo>
                    <a:pt x="5818" y="3827461"/>
                  </a:lnTo>
                  <a:lnTo>
                    <a:pt x="12960" y="3873034"/>
                  </a:lnTo>
                  <a:lnTo>
                    <a:pt x="22807" y="3917653"/>
                  </a:lnTo>
                  <a:lnTo>
                    <a:pt x="35271" y="3961230"/>
                  </a:lnTo>
                  <a:lnTo>
                    <a:pt x="50265" y="4003677"/>
                  </a:lnTo>
                  <a:lnTo>
                    <a:pt x="67703" y="4044906"/>
                  </a:lnTo>
                  <a:lnTo>
                    <a:pt x="87495" y="4084831"/>
                  </a:lnTo>
                  <a:lnTo>
                    <a:pt x="109555" y="4123363"/>
                  </a:lnTo>
                  <a:lnTo>
                    <a:pt x="133795" y="4160415"/>
                  </a:lnTo>
                  <a:lnTo>
                    <a:pt x="160128" y="4195900"/>
                  </a:lnTo>
                  <a:lnTo>
                    <a:pt x="188466" y="4229730"/>
                  </a:lnTo>
                  <a:lnTo>
                    <a:pt x="218722" y="4261818"/>
                  </a:lnTo>
                  <a:lnTo>
                    <a:pt x="250808" y="4292075"/>
                  </a:lnTo>
                  <a:lnTo>
                    <a:pt x="284637" y="4320415"/>
                  </a:lnTo>
                  <a:lnTo>
                    <a:pt x="320121" y="4346750"/>
                  </a:lnTo>
                  <a:lnTo>
                    <a:pt x="357173" y="4370992"/>
                  </a:lnTo>
                  <a:lnTo>
                    <a:pt x="395706" y="4393054"/>
                  </a:lnTo>
                  <a:lnTo>
                    <a:pt x="435631" y="4412848"/>
                  </a:lnTo>
                  <a:lnTo>
                    <a:pt x="476862" y="4430287"/>
                  </a:lnTo>
                  <a:lnTo>
                    <a:pt x="519310" y="4445284"/>
                  </a:lnTo>
                  <a:lnTo>
                    <a:pt x="562889" y="4457749"/>
                  </a:lnTo>
                  <a:lnTo>
                    <a:pt x="607511" y="4467598"/>
                  </a:lnTo>
                  <a:lnTo>
                    <a:pt x="653088" y="4474740"/>
                  </a:lnTo>
                  <a:lnTo>
                    <a:pt x="699534" y="4479090"/>
                  </a:lnTo>
                  <a:lnTo>
                    <a:pt x="746760" y="4480560"/>
                  </a:lnTo>
                  <a:lnTo>
                    <a:pt x="10226040" y="4480560"/>
                  </a:lnTo>
                  <a:lnTo>
                    <a:pt x="10273260" y="4479090"/>
                  </a:lnTo>
                  <a:lnTo>
                    <a:pt x="10319701" y="4474740"/>
                  </a:lnTo>
                  <a:lnTo>
                    <a:pt x="10365274" y="4467598"/>
                  </a:lnTo>
                  <a:lnTo>
                    <a:pt x="10409893" y="4457749"/>
                  </a:lnTo>
                  <a:lnTo>
                    <a:pt x="10453470" y="4445284"/>
                  </a:lnTo>
                  <a:lnTo>
                    <a:pt x="10495917" y="4430287"/>
                  </a:lnTo>
                  <a:lnTo>
                    <a:pt x="10537146" y="4412848"/>
                  </a:lnTo>
                  <a:lnTo>
                    <a:pt x="10577071" y="4393054"/>
                  </a:lnTo>
                  <a:lnTo>
                    <a:pt x="10615603" y="4370992"/>
                  </a:lnTo>
                  <a:lnTo>
                    <a:pt x="10652655" y="4346750"/>
                  </a:lnTo>
                  <a:lnTo>
                    <a:pt x="10688140" y="4320415"/>
                  </a:lnTo>
                  <a:lnTo>
                    <a:pt x="10721970" y="4292075"/>
                  </a:lnTo>
                  <a:lnTo>
                    <a:pt x="10754058" y="4261818"/>
                  </a:lnTo>
                  <a:lnTo>
                    <a:pt x="10784315" y="4229730"/>
                  </a:lnTo>
                  <a:lnTo>
                    <a:pt x="10812655" y="4195900"/>
                  </a:lnTo>
                  <a:lnTo>
                    <a:pt x="10838990" y="4160415"/>
                  </a:lnTo>
                  <a:lnTo>
                    <a:pt x="10863232" y="4123363"/>
                  </a:lnTo>
                  <a:lnTo>
                    <a:pt x="10885294" y="4084831"/>
                  </a:lnTo>
                  <a:lnTo>
                    <a:pt x="10905088" y="4044906"/>
                  </a:lnTo>
                  <a:lnTo>
                    <a:pt x="10922527" y="4003677"/>
                  </a:lnTo>
                  <a:lnTo>
                    <a:pt x="10937524" y="3961230"/>
                  </a:lnTo>
                  <a:lnTo>
                    <a:pt x="10949989" y="3917653"/>
                  </a:lnTo>
                  <a:lnTo>
                    <a:pt x="10959838" y="3873034"/>
                  </a:lnTo>
                  <a:lnTo>
                    <a:pt x="10966980" y="3827461"/>
                  </a:lnTo>
                  <a:lnTo>
                    <a:pt x="10971330" y="3781020"/>
                  </a:lnTo>
                  <a:lnTo>
                    <a:pt x="10972800" y="3733800"/>
                  </a:lnTo>
                  <a:lnTo>
                    <a:pt x="10972800" y="746760"/>
                  </a:lnTo>
                  <a:lnTo>
                    <a:pt x="10971330" y="699539"/>
                  </a:lnTo>
                  <a:lnTo>
                    <a:pt x="10966980" y="653098"/>
                  </a:lnTo>
                  <a:lnTo>
                    <a:pt x="10959838" y="607525"/>
                  </a:lnTo>
                  <a:lnTo>
                    <a:pt x="10949989" y="562906"/>
                  </a:lnTo>
                  <a:lnTo>
                    <a:pt x="10937524" y="519329"/>
                  </a:lnTo>
                  <a:lnTo>
                    <a:pt x="10922527" y="476882"/>
                  </a:lnTo>
                  <a:lnTo>
                    <a:pt x="10905088" y="435653"/>
                  </a:lnTo>
                  <a:lnTo>
                    <a:pt x="10885294" y="395728"/>
                  </a:lnTo>
                  <a:lnTo>
                    <a:pt x="10863232" y="357196"/>
                  </a:lnTo>
                  <a:lnTo>
                    <a:pt x="10838990" y="320144"/>
                  </a:lnTo>
                  <a:lnTo>
                    <a:pt x="10812655" y="284659"/>
                  </a:lnTo>
                  <a:lnTo>
                    <a:pt x="10784315" y="250829"/>
                  </a:lnTo>
                  <a:lnTo>
                    <a:pt x="10754058" y="218741"/>
                  </a:lnTo>
                  <a:lnTo>
                    <a:pt x="10721970" y="188484"/>
                  </a:lnTo>
                  <a:lnTo>
                    <a:pt x="10688140" y="160144"/>
                  </a:lnTo>
                  <a:lnTo>
                    <a:pt x="10652655" y="133809"/>
                  </a:lnTo>
                  <a:lnTo>
                    <a:pt x="10615603" y="109567"/>
                  </a:lnTo>
                  <a:lnTo>
                    <a:pt x="10577071" y="87505"/>
                  </a:lnTo>
                  <a:lnTo>
                    <a:pt x="10537146" y="67711"/>
                  </a:lnTo>
                  <a:lnTo>
                    <a:pt x="10495917" y="50272"/>
                  </a:lnTo>
                  <a:lnTo>
                    <a:pt x="10453470" y="35275"/>
                  </a:lnTo>
                  <a:lnTo>
                    <a:pt x="10409893" y="22810"/>
                  </a:lnTo>
                  <a:lnTo>
                    <a:pt x="10365274" y="12961"/>
                  </a:lnTo>
                  <a:lnTo>
                    <a:pt x="10319701" y="5819"/>
                  </a:lnTo>
                  <a:lnTo>
                    <a:pt x="10273260" y="1469"/>
                  </a:lnTo>
                  <a:lnTo>
                    <a:pt x="10226040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0" y="746760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10226040" y="0"/>
                  </a:lnTo>
                  <a:lnTo>
                    <a:pt x="10273260" y="1469"/>
                  </a:lnTo>
                  <a:lnTo>
                    <a:pt x="10319701" y="5819"/>
                  </a:lnTo>
                  <a:lnTo>
                    <a:pt x="10365274" y="12961"/>
                  </a:lnTo>
                  <a:lnTo>
                    <a:pt x="10409893" y="22810"/>
                  </a:lnTo>
                  <a:lnTo>
                    <a:pt x="10453470" y="35275"/>
                  </a:lnTo>
                  <a:lnTo>
                    <a:pt x="10495917" y="50272"/>
                  </a:lnTo>
                  <a:lnTo>
                    <a:pt x="10537146" y="67711"/>
                  </a:lnTo>
                  <a:lnTo>
                    <a:pt x="10577071" y="87505"/>
                  </a:lnTo>
                  <a:lnTo>
                    <a:pt x="10615603" y="109567"/>
                  </a:lnTo>
                  <a:lnTo>
                    <a:pt x="10652655" y="133809"/>
                  </a:lnTo>
                  <a:lnTo>
                    <a:pt x="10688140" y="160144"/>
                  </a:lnTo>
                  <a:lnTo>
                    <a:pt x="10721970" y="188484"/>
                  </a:lnTo>
                  <a:lnTo>
                    <a:pt x="10754058" y="218741"/>
                  </a:lnTo>
                  <a:lnTo>
                    <a:pt x="10784315" y="250829"/>
                  </a:lnTo>
                  <a:lnTo>
                    <a:pt x="10812655" y="284659"/>
                  </a:lnTo>
                  <a:lnTo>
                    <a:pt x="10838990" y="320144"/>
                  </a:lnTo>
                  <a:lnTo>
                    <a:pt x="10863232" y="357196"/>
                  </a:lnTo>
                  <a:lnTo>
                    <a:pt x="10885294" y="395728"/>
                  </a:lnTo>
                  <a:lnTo>
                    <a:pt x="10905088" y="435653"/>
                  </a:lnTo>
                  <a:lnTo>
                    <a:pt x="10922527" y="476882"/>
                  </a:lnTo>
                  <a:lnTo>
                    <a:pt x="10937524" y="519329"/>
                  </a:lnTo>
                  <a:lnTo>
                    <a:pt x="10949989" y="562906"/>
                  </a:lnTo>
                  <a:lnTo>
                    <a:pt x="10959838" y="607525"/>
                  </a:lnTo>
                  <a:lnTo>
                    <a:pt x="10966980" y="653098"/>
                  </a:lnTo>
                  <a:lnTo>
                    <a:pt x="10971330" y="699539"/>
                  </a:lnTo>
                  <a:lnTo>
                    <a:pt x="10972800" y="746760"/>
                  </a:lnTo>
                  <a:lnTo>
                    <a:pt x="10972800" y="3733800"/>
                  </a:lnTo>
                  <a:lnTo>
                    <a:pt x="10971330" y="3781020"/>
                  </a:lnTo>
                  <a:lnTo>
                    <a:pt x="10966980" y="3827461"/>
                  </a:lnTo>
                  <a:lnTo>
                    <a:pt x="10959838" y="3873034"/>
                  </a:lnTo>
                  <a:lnTo>
                    <a:pt x="10949989" y="3917653"/>
                  </a:lnTo>
                  <a:lnTo>
                    <a:pt x="10937524" y="3961230"/>
                  </a:lnTo>
                  <a:lnTo>
                    <a:pt x="10922527" y="4003677"/>
                  </a:lnTo>
                  <a:lnTo>
                    <a:pt x="10905088" y="4044906"/>
                  </a:lnTo>
                  <a:lnTo>
                    <a:pt x="10885294" y="4084831"/>
                  </a:lnTo>
                  <a:lnTo>
                    <a:pt x="10863232" y="4123363"/>
                  </a:lnTo>
                  <a:lnTo>
                    <a:pt x="10838990" y="4160415"/>
                  </a:lnTo>
                  <a:lnTo>
                    <a:pt x="10812655" y="4195900"/>
                  </a:lnTo>
                  <a:lnTo>
                    <a:pt x="10784315" y="4229730"/>
                  </a:lnTo>
                  <a:lnTo>
                    <a:pt x="10754058" y="4261818"/>
                  </a:lnTo>
                  <a:lnTo>
                    <a:pt x="10721970" y="4292075"/>
                  </a:lnTo>
                  <a:lnTo>
                    <a:pt x="10688140" y="4320415"/>
                  </a:lnTo>
                  <a:lnTo>
                    <a:pt x="10652655" y="4346750"/>
                  </a:lnTo>
                  <a:lnTo>
                    <a:pt x="10615603" y="4370992"/>
                  </a:lnTo>
                  <a:lnTo>
                    <a:pt x="10577071" y="4393054"/>
                  </a:lnTo>
                  <a:lnTo>
                    <a:pt x="10537146" y="4412848"/>
                  </a:lnTo>
                  <a:lnTo>
                    <a:pt x="10495917" y="4430287"/>
                  </a:lnTo>
                  <a:lnTo>
                    <a:pt x="10453470" y="4445284"/>
                  </a:lnTo>
                  <a:lnTo>
                    <a:pt x="10409893" y="4457749"/>
                  </a:lnTo>
                  <a:lnTo>
                    <a:pt x="10365274" y="4467598"/>
                  </a:lnTo>
                  <a:lnTo>
                    <a:pt x="10319701" y="4474740"/>
                  </a:lnTo>
                  <a:lnTo>
                    <a:pt x="10273260" y="4479090"/>
                  </a:lnTo>
                  <a:lnTo>
                    <a:pt x="10226040" y="4480560"/>
                  </a:lnTo>
                  <a:lnTo>
                    <a:pt x="746760" y="4480560"/>
                  </a:lnTo>
                  <a:lnTo>
                    <a:pt x="699534" y="4479090"/>
                  </a:lnTo>
                  <a:lnTo>
                    <a:pt x="653088" y="4474740"/>
                  </a:lnTo>
                  <a:lnTo>
                    <a:pt x="607511" y="4467598"/>
                  </a:lnTo>
                  <a:lnTo>
                    <a:pt x="562889" y="4457749"/>
                  </a:lnTo>
                  <a:lnTo>
                    <a:pt x="519310" y="4445284"/>
                  </a:lnTo>
                  <a:lnTo>
                    <a:pt x="476862" y="4430287"/>
                  </a:lnTo>
                  <a:lnTo>
                    <a:pt x="435631" y="4412848"/>
                  </a:lnTo>
                  <a:lnTo>
                    <a:pt x="395706" y="4393054"/>
                  </a:lnTo>
                  <a:lnTo>
                    <a:pt x="357173" y="4370992"/>
                  </a:lnTo>
                  <a:lnTo>
                    <a:pt x="320121" y="4346750"/>
                  </a:lnTo>
                  <a:lnTo>
                    <a:pt x="284637" y="4320415"/>
                  </a:lnTo>
                  <a:lnTo>
                    <a:pt x="250808" y="4292075"/>
                  </a:lnTo>
                  <a:lnTo>
                    <a:pt x="218722" y="4261818"/>
                  </a:lnTo>
                  <a:lnTo>
                    <a:pt x="188466" y="4229730"/>
                  </a:lnTo>
                  <a:lnTo>
                    <a:pt x="160128" y="4195900"/>
                  </a:lnTo>
                  <a:lnTo>
                    <a:pt x="133795" y="4160415"/>
                  </a:lnTo>
                  <a:lnTo>
                    <a:pt x="109555" y="4123363"/>
                  </a:lnTo>
                  <a:lnTo>
                    <a:pt x="87495" y="4084831"/>
                  </a:lnTo>
                  <a:lnTo>
                    <a:pt x="67703" y="4044906"/>
                  </a:lnTo>
                  <a:lnTo>
                    <a:pt x="50265" y="4003677"/>
                  </a:lnTo>
                  <a:lnTo>
                    <a:pt x="35271" y="3961230"/>
                  </a:lnTo>
                  <a:lnTo>
                    <a:pt x="22807" y="3917653"/>
                  </a:lnTo>
                  <a:lnTo>
                    <a:pt x="12960" y="3873034"/>
                  </a:lnTo>
                  <a:lnTo>
                    <a:pt x="5818" y="3827461"/>
                  </a:lnTo>
                  <a:lnTo>
                    <a:pt x="1469" y="3781020"/>
                  </a:lnTo>
                  <a:lnTo>
                    <a:pt x="0" y="3733800"/>
                  </a:lnTo>
                  <a:lnTo>
                    <a:pt x="0" y="74676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40460" y="2826003"/>
            <a:ext cx="9882505" cy="1466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3144" indent="-21780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033144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MEMBER_ID,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MEMBER_NAME,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CITY,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MEMBERSHIP_STATUS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LMS_MEMBERS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MEMBERSHIP_STATUS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=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'Permanent';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/>
            </a:pPr>
            <a:endParaRPr sz="1050">
              <a:latin typeface="Consolas"/>
              <a:cs typeface="Consolas"/>
            </a:endParaRPr>
          </a:p>
          <a:p>
            <a:pPr marL="230504" indent="-217804">
              <a:lnSpc>
                <a:spcPct val="100000"/>
              </a:lnSpc>
              <a:buAutoNum type="arabicPeriod"/>
              <a:tabLst>
                <a:tab pos="230504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7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M.MEMBER_ID,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M.MEMBER_NAME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LMS_MEMBERS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JOIN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LMS_BOOK_ISSUE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ON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M.MEMBER_ID=B.MEMBER_ID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B.BOOK_ISSUE_STATUS='N';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/>
            </a:pPr>
            <a:endParaRPr sz="1050">
              <a:latin typeface="Consolas"/>
              <a:cs typeface="Consolas"/>
            </a:endParaRPr>
          </a:p>
          <a:p>
            <a:pPr marL="266700" indent="-217804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7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M.MEMBER_ID,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M.MEMBER_NAME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LMS_MEMBERS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JOIN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LMS_BOOK_ISSUE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ON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M.MEMBER_ID=B.MEMBER_ID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B.BOOK_CODE='BK100002';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/>
            </a:pPr>
            <a:endParaRPr sz="1050">
              <a:latin typeface="Consolas"/>
              <a:cs typeface="Consolas"/>
            </a:endParaRPr>
          </a:p>
          <a:p>
            <a:pPr marL="2055495" indent="-217804">
              <a:lnSpc>
                <a:spcPct val="100000"/>
              </a:lnSpc>
              <a:buAutoNum type="arabicPeriod"/>
              <a:tabLst>
                <a:tab pos="2055495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BOOK_CODE,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BOOK_TITLE,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AUTHOR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LMS_BOOK_DETAILS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AUTHOR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LIKE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'P%';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/>
            </a:pPr>
            <a:endParaRPr sz="1050">
              <a:latin typeface="Consolas"/>
              <a:cs typeface="Consolas"/>
            </a:endParaRPr>
          </a:p>
          <a:p>
            <a:pPr marL="2310765" indent="-21780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310765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7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COUNT(*)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NO_OF_BOOKS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LMS_BOOK_DETAILS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CATEGORY='Java';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Task</a:t>
            </a:r>
            <a:r>
              <a:rPr dirty="0" spc="-60"/>
              <a:t> </a:t>
            </a:r>
            <a:r>
              <a:rPr dirty="0"/>
              <a:t>3</a:t>
            </a:r>
            <a:r>
              <a:rPr dirty="0" spc="-40"/>
              <a:t> </a:t>
            </a:r>
            <a:r>
              <a:rPr dirty="0"/>
              <a:t>—</a:t>
            </a:r>
            <a:r>
              <a:rPr dirty="0" spc="-55"/>
              <a:t> </a:t>
            </a:r>
            <a:r>
              <a:rPr dirty="0"/>
              <a:t>SQL</a:t>
            </a:r>
            <a:r>
              <a:rPr dirty="0" spc="-50"/>
              <a:t> </a:t>
            </a:r>
            <a:r>
              <a:rPr dirty="0"/>
              <a:t>Queries</a:t>
            </a:r>
            <a:r>
              <a:rPr dirty="0" spc="-60"/>
              <a:t> </a:t>
            </a:r>
            <a:r>
              <a:rPr dirty="0" spc="-20"/>
              <a:t>6–</a:t>
            </a:r>
            <a:r>
              <a:rPr dirty="0" spc="-25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1792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Grouping,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filtering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316718"/>
            <a:ext cx="11058525" cy="4552315"/>
            <a:chOff x="548640" y="1316718"/>
            <a:chExt cx="11058525" cy="4552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316718"/>
              <a:ext cx="11058143" cy="45521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10226040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60"/>
                  </a:lnTo>
                  <a:lnTo>
                    <a:pt x="0" y="3733800"/>
                  </a:lnTo>
                  <a:lnTo>
                    <a:pt x="1469" y="3781020"/>
                  </a:lnTo>
                  <a:lnTo>
                    <a:pt x="5818" y="3827461"/>
                  </a:lnTo>
                  <a:lnTo>
                    <a:pt x="12960" y="3873034"/>
                  </a:lnTo>
                  <a:lnTo>
                    <a:pt x="22807" y="3917653"/>
                  </a:lnTo>
                  <a:lnTo>
                    <a:pt x="35271" y="3961230"/>
                  </a:lnTo>
                  <a:lnTo>
                    <a:pt x="50265" y="4003677"/>
                  </a:lnTo>
                  <a:lnTo>
                    <a:pt x="67703" y="4044906"/>
                  </a:lnTo>
                  <a:lnTo>
                    <a:pt x="87495" y="4084831"/>
                  </a:lnTo>
                  <a:lnTo>
                    <a:pt x="109555" y="4123363"/>
                  </a:lnTo>
                  <a:lnTo>
                    <a:pt x="133795" y="4160415"/>
                  </a:lnTo>
                  <a:lnTo>
                    <a:pt x="160128" y="4195900"/>
                  </a:lnTo>
                  <a:lnTo>
                    <a:pt x="188466" y="4229730"/>
                  </a:lnTo>
                  <a:lnTo>
                    <a:pt x="218722" y="4261818"/>
                  </a:lnTo>
                  <a:lnTo>
                    <a:pt x="250808" y="4292075"/>
                  </a:lnTo>
                  <a:lnTo>
                    <a:pt x="284637" y="4320415"/>
                  </a:lnTo>
                  <a:lnTo>
                    <a:pt x="320121" y="4346750"/>
                  </a:lnTo>
                  <a:lnTo>
                    <a:pt x="357173" y="4370992"/>
                  </a:lnTo>
                  <a:lnTo>
                    <a:pt x="395706" y="4393054"/>
                  </a:lnTo>
                  <a:lnTo>
                    <a:pt x="435631" y="4412848"/>
                  </a:lnTo>
                  <a:lnTo>
                    <a:pt x="476862" y="4430287"/>
                  </a:lnTo>
                  <a:lnTo>
                    <a:pt x="519310" y="4445284"/>
                  </a:lnTo>
                  <a:lnTo>
                    <a:pt x="562889" y="4457749"/>
                  </a:lnTo>
                  <a:lnTo>
                    <a:pt x="607511" y="4467598"/>
                  </a:lnTo>
                  <a:lnTo>
                    <a:pt x="653088" y="4474740"/>
                  </a:lnTo>
                  <a:lnTo>
                    <a:pt x="699534" y="4479090"/>
                  </a:lnTo>
                  <a:lnTo>
                    <a:pt x="746760" y="4480560"/>
                  </a:lnTo>
                  <a:lnTo>
                    <a:pt x="10226040" y="4480560"/>
                  </a:lnTo>
                  <a:lnTo>
                    <a:pt x="10273260" y="4479090"/>
                  </a:lnTo>
                  <a:lnTo>
                    <a:pt x="10319701" y="4474740"/>
                  </a:lnTo>
                  <a:lnTo>
                    <a:pt x="10365274" y="4467598"/>
                  </a:lnTo>
                  <a:lnTo>
                    <a:pt x="10409893" y="4457749"/>
                  </a:lnTo>
                  <a:lnTo>
                    <a:pt x="10453470" y="4445284"/>
                  </a:lnTo>
                  <a:lnTo>
                    <a:pt x="10495917" y="4430287"/>
                  </a:lnTo>
                  <a:lnTo>
                    <a:pt x="10537146" y="4412848"/>
                  </a:lnTo>
                  <a:lnTo>
                    <a:pt x="10577071" y="4393054"/>
                  </a:lnTo>
                  <a:lnTo>
                    <a:pt x="10615603" y="4370992"/>
                  </a:lnTo>
                  <a:lnTo>
                    <a:pt x="10652655" y="4346750"/>
                  </a:lnTo>
                  <a:lnTo>
                    <a:pt x="10688140" y="4320415"/>
                  </a:lnTo>
                  <a:lnTo>
                    <a:pt x="10721970" y="4292075"/>
                  </a:lnTo>
                  <a:lnTo>
                    <a:pt x="10754058" y="4261818"/>
                  </a:lnTo>
                  <a:lnTo>
                    <a:pt x="10784315" y="4229730"/>
                  </a:lnTo>
                  <a:lnTo>
                    <a:pt x="10812655" y="4195900"/>
                  </a:lnTo>
                  <a:lnTo>
                    <a:pt x="10838990" y="4160415"/>
                  </a:lnTo>
                  <a:lnTo>
                    <a:pt x="10863232" y="4123363"/>
                  </a:lnTo>
                  <a:lnTo>
                    <a:pt x="10885294" y="4084831"/>
                  </a:lnTo>
                  <a:lnTo>
                    <a:pt x="10905088" y="4044906"/>
                  </a:lnTo>
                  <a:lnTo>
                    <a:pt x="10922527" y="4003677"/>
                  </a:lnTo>
                  <a:lnTo>
                    <a:pt x="10937524" y="3961230"/>
                  </a:lnTo>
                  <a:lnTo>
                    <a:pt x="10949989" y="3917653"/>
                  </a:lnTo>
                  <a:lnTo>
                    <a:pt x="10959838" y="3873034"/>
                  </a:lnTo>
                  <a:lnTo>
                    <a:pt x="10966980" y="3827461"/>
                  </a:lnTo>
                  <a:lnTo>
                    <a:pt x="10971330" y="3781020"/>
                  </a:lnTo>
                  <a:lnTo>
                    <a:pt x="10972800" y="3733800"/>
                  </a:lnTo>
                  <a:lnTo>
                    <a:pt x="10972800" y="746760"/>
                  </a:lnTo>
                  <a:lnTo>
                    <a:pt x="10971330" y="699539"/>
                  </a:lnTo>
                  <a:lnTo>
                    <a:pt x="10966980" y="653098"/>
                  </a:lnTo>
                  <a:lnTo>
                    <a:pt x="10959838" y="607525"/>
                  </a:lnTo>
                  <a:lnTo>
                    <a:pt x="10949989" y="562906"/>
                  </a:lnTo>
                  <a:lnTo>
                    <a:pt x="10937524" y="519329"/>
                  </a:lnTo>
                  <a:lnTo>
                    <a:pt x="10922527" y="476882"/>
                  </a:lnTo>
                  <a:lnTo>
                    <a:pt x="10905088" y="435653"/>
                  </a:lnTo>
                  <a:lnTo>
                    <a:pt x="10885294" y="395728"/>
                  </a:lnTo>
                  <a:lnTo>
                    <a:pt x="10863232" y="357196"/>
                  </a:lnTo>
                  <a:lnTo>
                    <a:pt x="10838990" y="320144"/>
                  </a:lnTo>
                  <a:lnTo>
                    <a:pt x="10812655" y="284659"/>
                  </a:lnTo>
                  <a:lnTo>
                    <a:pt x="10784315" y="250829"/>
                  </a:lnTo>
                  <a:lnTo>
                    <a:pt x="10754058" y="218741"/>
                  </a:lnTo>
                  <a:lnTo>
                    <a:pt x="10721970" y="188484"/>
                  </a:lnTo>
                  <a:lnTo>
                    <a:pt x="10688140" y="160144"/>
                  </a:lnTo>
                  <a:lnTo>
                    <a:pt x="10652655" y="133809"/>
                  </a:lnTo>
                  <a:lnTo>
                    <a:pt x="10615603" y="109567"/>
                  </a:lnTo>
                  <a:lnTo>
                    <a:pt x="10577071" y="87505"/>
                  </a:lnTo>
                  <a:lnTo>
                    <a:pt x="10537146" y="67711"/>
                  </a:lnTo>
                  <a:lnTo>
                    <a:pt x="10495917" y="50272"/>
                  </a:lnTo>
                  <a:lnTo>
                    <a:pt x="10453470" y="35275"/>
                  </a:lnTo>
                  <a:lnTo>
                    <a:pt x="10409893" y="22810"/>
                  </a:lnTo>
                  <a:lnTo>
                    <a:pt x="10365274" y="12961"/>
                  </a:lnTo>
                  <a:lnTo>
                    <a:pt x="10319701" y="5819"/>
                  </a:lnTo>
                  <a:lnTo>
                    <a:pt x="10273260" y="1469"/>
                  </a:lnTo>
                  <a:lnTo>
                    <a:pt x="10226040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741" y="13262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0" y="746760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10226040" y="0"/>
                  </a:lnTo>
                  <a:lnTo>
                    <a:pt x="10273260" y="1469"/>
                  </a:lnTo>
                  <a:lnTo>
                    <a:pt x="10319701" y="5819"/>
                  </a:lnTo>
                  <a:lnTo>
                    <a:pt x="10365274" y="12961"/>
                  </a:lnTo>
                  <a:lnTo>
                    <a:pt x="10409893" y="22810"/>
                  </a:lnTo>
                  <a:lnTo>
                    <a:pt x="10453470" y="35275"/>
                  </a:lnTo>
                  <a:lnTo>
                    <a:pt x="10495917" y="50272"/>
                  </a:lnTo>
                  <a:lnTo>
                    <a:pt x="10537146" y="67711"/>
                  </a:lnTo>
                  <a:lnTo>
                    <a:pt x="10577071" y="87505"/>
                  </a:lnTo>
                  <a:lnTo>
                    <a:pt x="10615603" y="109567"/>
                  </a:lnTo>
                  <a:lnTo>
                    <a:pt x="10652655" y="133809"/>
                  </a:lnTo>
                  <a:lnTo>
                    <a:pt x="10688140" y="160144"/>
                  </a:lnTo>
                  <a:lnTo>
                    <a:pt x="10721970" y="188484"/>
                  </a:lnTo>
                  <a:lnTo>
                    <a:pt x="10754058" y="218741"/>
                  </a:lnTo>
                  <a:lnTo>
                    <a:pt x="10784315" y="250829"/>
                  </a:lnTo>
                  <a:lnTo>
                    <a:pt x="10812655" y="284659"/>
                  </a:lnTo>
                  <a:lnTo>
                    <a:pt x="10838990" y="320144"/>
                  </a:lnTo>
                  <a:lnTo>
                    <a:pt x="10863232" y="357196"/>
                  </a:lnTo>
                  <a:lnTo>
                    <a:pt x="10885294" y="395728"/>
                  </a:lnTo>
                  <a:lnTo>
                    <a:pt x="10905088" y="435653"/>
                  </a:lnTo>
                  <a:lnTo>
                    <a:pt x="10922527" y="476882"/>
                  </a:lnTo>
                  <a:lnTo>
                    <a:pt x="10937524" y="519329"/>
                  </a:lnTo>
                  <a:lnTo>
                    <a:pt x="10949989" y="562906"/>
                  </a:lnTo>
                  <a:lnTo>
                    <a:pt x="10959838" y="607525"/>
                  </a:lnTo>
                  <a:lnTo>
                    <a:pt x="10966980" y="653098"/>
                  </a:lnTo>
                  <a:lnTo>
                    <a:pt x="10971330" y="699539"/>
                  </a:lnTo>
                  <a:lnTo>
                    <a:pt x="10972800" y="746760"/>
                  </a:lnTo>
                  <a:lnTo>
                    <a:pt x="10972800" y="3733800"/>
                  </a:lnTo>
                  <a:lnTo>
                    <a:pt x="10971330" y="3781020"/>
                  </a:lnTo>
                  <a:lnTo>
                    <a:pt x="10966980" y="3827461"/>
                  </a:lnTo>
                  <a:lnTo>
                    <a:pt x="10959838" y="3873034"/>
                  </a:lnTo>
                  <a:lnTo>
                    <a:pt x="10949989" y="3917653"/>
                  </a:lnTo>
                  <a:lnTo>
                    <a:pt x="10937524" y="3961230"/>
                  </a:lnTo>
                  <a:lnTo>
                    <a:pt x="10922527" y="4003677"/>
                  </a:lnTo>
                  <a:lnTo>
                    <a:pt x="10905088" y="4044906"/>
                  </a:lnTo>
                  <a:lnTo>
                    <a:pt x="10885294" y="4084831"/>
                  </a:lnTo>
                  <a:lnTo>
                    <a:pt x="10863232" y="4123363"/>
                  </a:lnTo>
                  <a:lnTo>
                    <a:pt x="10838990" y="4160415"/>
                  </a:lnTo>
                  <a:lnTo>
                    <a:pt x="10812655" y="4195900"/>
                  </a:lnTo>
                  <a:lnTo>
                    <a:pt x="10784315" y="4229730"/>
                  </a:lnTo>
                  <a:lnTo>
                    <a:pt x="10754058" y="4261818"/>
                  </a:lnTo>
                  <a:lnTo>
                    <a:pt x="10721970" y="4292075"/>
                  </a:lnTo>
                  <a:lnTo>
                    <a:pt x="10688140" y="4320415"/>
                  </a:lnTo>
                  <a:lnTo>
                    <a:pt x="10652655" y="4346750"/>
                  </a:lnTo>
                  <a:lnTo>
                    <a:pt x="10615603" y="4370992"/>
                  </a:lnTo>
                  <a:lnTo>
                    <a:pt x="10577071" y="4393054"/>
                  </a:lnTo>
                  <a:lnTo>
                    <a:pt x="10537146" y="4412848"/>
                  </a:lnTo>
                  <a:lnTo>
                    <a:pt x="10495917" y="4430287"/>
                  </a:lnTo>
                  <a:lnTo>
                    <a:pt x="10453470" y="4445284"/>
                  </a:lnTo>
                  <a:lnTo>
                    <a:pt x="10409893" y="4457749"/>
                  </a:lnTo>
                  <a:lnTo>
                    <a:pt x="10365274" y="4467598"/>
                  </a:lnTo>
                  <a:lnTo>
                    <a:pt x="10319701" y="4474740"/>
                  </a:lnTo>
                  <a:lnTo>
                    <a:pt x="10273260" y="4479090"/>
                  </a:lnTo>
                  <a:lnTo>
                    <a:pt x="10226040" y="4480560"/>
                  </a:lnTo>
                  <a:lnTo>
                    <a:pt x="746760" y="4480560"/>
                  </a:lnTo>
                  <a:lnTo>
                    <a:pt x="699534" y="4479090"/>
                  </a:lnTo>
                  <a:lnTo>
                    <a:pt x="653088" y="4474740"/>
                  </a:lnTo>
                  <a:lnTo>
                    <a:pt x="607511" y="4467598"/>
                  </a:lnTo>
                  <a:lnTo>
                    <a:pt x="562889" y="4457749"/>
                  </a:lnTo>
                  <a:lnTo>
                    <a:pt x="519310" y="4445284"/>
                  </a:lnTo>
                  <a:lnTo>
                    <a:pt x="476862" y="4430287"/>
                  </a:lnTo>
                  <a:lnTo>
                    <a:pt x="435631" y="4412848"/>
                  </a:lnTo>
                  <a:lnTo>
                    <a:pt x="395706" y="4393054"/>
                  </a:lnTo>
                  <a:lnTo>
                    <a:pt x="357173" y="4370992"/>
                  </a:lnTo>
                  <a:lnTo>
                    <a:pt x="320121" y="4346750"/>
                  </a:lnTo>
                  <a:lnTo>
                    <a:pt x="284637" y="4320415"/>
                  </a:lnTo>
                  <a:lnTo>
                    <a:pt x="250808" y="4292075"/>
                  </a:lnTo>
                  <a:lnTo>
                    <a:pt x="218722" y="4261818"/>
                  </a:lnTo>
                  <a:lnTo>
                    <a:pt x="188466" y="4229730"/>
                  </a:lnTo>
                  <a:lnTo>
                    <a:pt x="160128" y="4195900"/>
                  </a:lnTo>
                  <a:lnTo>
                    <a:pt x="133795" y="4160415"/>
                  </a:lnTo>
                  <a:lnTo>
                    <a:pt x="109555" y="4123363"/>
                  </a:lnTo>
                  <a:lnTo>
                    <a:pt x="87495" y="4084831"/>
                  </a:lnTo>
                  <a:lnTo>
                    <a:pt x="67703" y="4044906"/>
                  </a:lnTo>
                  <a:lnTo>
                    <a:pt x="50265" y="4003677"/>
                  </a:lnTo>
                  <a:lnTo>
                    <a:pt x="35271" y="3961230"/>
                  </a:lnTo>
                  <a:lnTo>
                    <a:pt x="22807" y="3917653"/>
                  </a:lnTo>
                  <a:lnTo>
                    <a:pt x="12960" y="3873034"/>
                  </a:lnTo>
                  <a:lnTo>
                    <a:pt x="5818" y="3827461"/>
                  </a:lnTo>
                  <a:lnTo>
                    <a:pt x="1469" y="3781020"/>
                  </a:lnTo>
                  <a:lnTo>
                    <a:pt x="0" y="3733800"/>
                  </a:lnTo>
                  <a:lnTo>
                    <a:pt x="0" y="746760"/>
                  </a:lnTo>
                  <a:close/>
                </a:path>
              </a:pathLst>
            </a:custGeom>
            <a:ln w="9906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21003" y="2745994"/>
            <a:ext cx="10319385" cy="1626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1400" indent="-217804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311400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CATEGORY,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COUNT(*)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NO_OF_BOOKS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LMS_BOOK_DETAILS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GROUP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BY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CATEGORY;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 startAt="6"/>
            </a:pPr>
            <a:endParaRPr sz="1050">
              <a:latin typeface="Consolas"/>
              <a:cs typeface="Consolas"/>
            </a:endParaRPr>
          </a:p>
          <a:p>
            <a:pPr marL="2055495" indent="-217804">
              <a:lnSpc>
                <a:spcPct val="100000"/>
              </a:lnSpc>
              <a:buAutoNum type="arabicPeriod" startAt="6"/>
              <a:tabLst>
                <a:tab pos="2055495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COUNT(*)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AS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NO_OF_BOOKS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LMS_BOOK_DETAILS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PUBLICATION='Blue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Sky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Books';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 startAt="6"/>
            </a:pPr>
            <a:endParaRPr sz="1050">
              <a:latin typeface="Consolas"/>
              <a:cs typeface="Consolas"/>
            </a:endParaRPr>
          </a:p>
          <a:p>
            <a:pPr marL="230504" indent="-217804">
              <a:lnSpc>
                <a:spcPct val="100000"/>
              </a:lnSpc>
              <a:buAutoNum type="arabicPeriod" startAt="6"/>
              <a:tabLst>
                <a:tab pos="230504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B.BOOK_CODE,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B.BOOK_TITLE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LMS_BOOK_DETAILS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JOIN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LMS_BOOK_ISSUE</a:t>
            </a:r>
            <a:r>
              <a:rPr dirty="0" sz="1050" spc="-5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I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ON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B.BOOK_CODE=I.BOOK_CODE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I.DATE_ISSUE='2023-04-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01';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22222"/>
              </a:buClr>
              <a:buFont typeface="Consolas"/>
              <a:buAutoNum type="arabicPeriod" startAt="6"/>
            </a:pPr>
            <a:endParaRPr sz="1050">
              <a:latin typeface="Consolas"/>
              <a:cs typeface="Consolas"/>
            </a:endParaRPr>
          </a:p>
          <a:p>
            <a:pPr algn="ctr" marL="218440" indent="-217804">
              <a:lnSpc>
                <a:spcPct val="100000"/>
              </a:lnSpc>
              <a:buAutoNum type="arabicPeriod" startAt="6"/>
              <a:tabLst>
                <a:tab pos="218440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6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MEMBER_ID,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MEMBER_NAME,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DATE_REGISTER,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MEMBERSHIP_STATUS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LMS_MEMBERS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DATE_REGISTER&lt;'2023-03-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01'</a:t>
            </a:r>
            <a:r>
              <a:rPr dirty="0" sz="1050" spc="-3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25">
                <a:solidFill>
                  <a:srgbClr val="222222"/>
                </a:solidFill>
                <a:latin typeface="Consolas"/>
                <a:cs typeface="Consolas"/>
              </a:rPr>
              <a:t>AND</a:t>
            </a:r>
            <a:endParaRPr sz="10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MEMBERSHIP_STATUS='Temporary';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onsolas"/>
              <a:cs typeface="Consolas"/>
            </a:endParaRPr>
          </a:p>
          <a:p>
            <a:pPr marL="1435100" indent="-290830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1435100" algn="l"/>
              </a:tabLst>
            </a:pP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SELECT</a:t>
            </a:r>
            <a:r>
              <a:rPr dirty="0" sz="1050" spc="-6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MEMBER_ID,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MEMBER_NAME,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DATE_REGISTER,</a:t>
            </a:r>
            <a:r>
              <a:rPr dirty="0" sz="1050" spc="-5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DATE_EXPIRE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FROM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LMS_MEMBERS</a:t>
            </a:r>
            <a:r>
              <a:rPr dirty="0" sz="1050" spc="-45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22222"/>
                </a:solidFill>
                <a:latin typeface="Consolas"/>
                <a:cs typeface="Consolas"/>
              </a:rPr>
              <a:t>WHERE</a:t>
            </a:r>
            <a:r>
              <a:rPr dirty="0" sz="1050" spc="-40">
                <a:solidFill>
                  <a:srgbClr val="222222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22222"/>
                </a:solidFill>
                <a:latin typeface="Consolas"/>
                <a:cs typeface="Consolas"/>
              </a:rPr>
              <a:t>DATE_EXPIRE&lt;'2024-04-</a:t>
            </a:r>
            <a:r>
              <a:rPr dirty="0" sz="1050" spc="-20">
                <a:solidFill>
                  <a:srgbClr val="222222"/>
                </a:solidFill>
                <a:latin typeface="Consolas"/>
                <a:cs typeface="Consolas"/>
              </a:rPr>
              <a:t>01';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65"/>
              <a:t> </a:t>
            </a:r>
            <a:r>
              <a:rPr dirty="0" spc="-1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919226"/>
            <a:ext cx="1296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Submission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checklist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Font typeface="Segoe UI Symbol"/>
              <a:buChar char="✓"/>
              <a:tabLst>
                <a:tab pos="302260" algn="l"/>
              </a:tabLst>
            </a:pPr>
            <a:r>
              <a:rPr dirty="0" spc="-25"/>
              <a:t>Task</a:t>
            </a:r>
            <a:r>
              <a:rPr dirty="0" spc="-60"/>
              <a:t> </a:t>
            </a:r>
            <a:r>
              <a:rPr dirty="0"/>
              <a:t>1</a:t>
            </a:r>
            <a:r>
              <a:rPr dirty="0" spc="-55"/>
              <a:t> </a:t>
            </a:r>
            <a:r>
              <a:rPr dirty="0"/>
              <a:t>completed:</a:t>
            </a:r>
            <a:r>
              <a:rPr dirty="0" spc="-40"/>
              <a:t> </a:t>
            </a:r>
            <a:r>
              <a:rPr dirty="0"/>
              <a:t>5</a:t>
            </a:r>
            <a:r>
              <a:rPr dirty="0" spc="-60"/>
              <a:t> </a:t>
            </a:r>
            <a:r>
              <a:rPr dirty="0" spc="-10"/>
              <a:t>related</a:t>
            </a:r>
            <a:r>
              <a:rPr dirty="0" spc="-50"/>
              <a:t> </a:t>
            </a:r>
            <a:r>
              <a:rPr dirty="0"/>
              <a:t>tables</a:t>
            </a:r>
            <a:r>
              <a:rPr dirty="0" spc="-50"/>
              <a:t> </a:t>
            </a:r>
            <a:r>
              <a:rPr dirty="0" spc="-10"/>
              <a:t>created</a:t>
            </a:r>
          </a:p>
          <a:p>
            <a:pPr>
              <a:lnSpc>
                <a:spcPct val="100000"/>
              </a:lnSpc>
              <a:spcBef>
                <a:spcPts val="585"/>
              </a:spcBef>
              <a:buFont typeface="Segoe UI Symbol"/>
              <a:buChar char="✓"/>
            </a:pPr>
          </a:p>
          <a:p>
            <a:pPr marL="302260" indent="-289560">
              <a:lnSpc>
                <a:spcPct val="100000"/>
              </a:lnSpc>
              <a:buFont typeface="Segoe UI Symbol"/>
              <a:buChar char="✓"/>
              <a:tabLst>
                <a:tab pos="302260" algn="l"/>
              </a:tabLst>
            </a:pPr>
            <a:r>
              <a:rPr dirty="0" spc="-25"/>
              <a:t>Task</a:t>
            </a:r>
            <a:r>
              <a:rPr dirty="0" spc="-60"/>
              <a:t> </a:t>
            </a:r>
            <a:r>
              <a:rPr dirty="0"/>
              <a:t>2</a:t>
            </a:r>
            <a:r>
              <a:rPr dirty="0" spc="-50"/>
              <a:t> </a:t>
            </a:r>
            <a:r>
              <a:rPr dirty="0"/>
              <a:t>completed:</a:t>
            </a:r>
            <a:r>
              <a:rPr dirty="0" spc="-45"/>
              <a:t> </a:t>
            </a:r>
            <a:r>
              <a:rPr dirty="0"/>
              <a:t>20</a:t>
            </a:r>
            <a:r>
              <a:rPr dirty="0" spc="-55"/>
              <a:t> </a:t>
            </a:r>
            <a:r>
              <a:rPr dirty="0"/>
              <a:t>records</a:t>
            </a:r>
            <a:r>
              <a:rPr dirty="0" spc="-65"/>
              <a:t> </a:t>
            </a:r>
            <a:r>
              <a:rPr dirty="0"/>
              <a:t>inserted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each</a:t>
            </a:r>
            <a:r>
              <a:rPr dirty="0" spc="-50"/>
              <a:t> </a:t>
            </a:r>
            <a:r>
              <a:rPr dirty="0" spc="-10"/>
              <a:t>table</a:t>
            </a:r>
          </a:p>
          <a:p>
            <a:pPr>
              <a:lnSpc>
                <a:spcPct val="100000"/>
              </a:lnSpc>
              <a:spcBef>
                <a:spcPts val="585"/>
              </a:spcBef>
              <a:buFont typeface="Segoe UI Symbol"/>
              <a:buChar char="✓"/>
            </a:pPr>
          </a:p>
          <a:p>
            <a:pPr marL="302260" indent="-289560">
              <a:lnSpc>
                <a:spcPct val="100000"/>
              </a:lnSpc>
              <a:buFont typeface="Segoe UI Symbol"/>
              <a:buChar char="✓"/>
              <a:tabLst>
                <a:tab pos="302260" algn="l"/>
              </a:tabLst>
            </a:pPr>
            <a:r>
              <a:rPr dirty="0" spc="-25"/>
              <a:t>Task</a:t>
            </a:r>
            <a:r>
              <a:rPr dirty="0" spc="-55"/>
              <a:t> </a:t>
            </a:r>
            <a:r>
              <a:rPr dirty="0"/>
              <a:t>3</a:t>
            </a:r>
            <a:r>
              <a:rPr dirty="0" spc="-50"/>
              <a:t> </a:t>
            </a:r>
            <a:r>
              <a:rPr dirty="0"/>
              <a:t>completed:</a:t>
            </a:r>
            <a:r>
              <a:rPr dirty="0" spc="-40"/>
              <a:t> </a:t>
            </a:r>
            <a:r>
              <a:rPr dirty="0"/>
              <a:t>10</a:t>
            </a:r>
            <a:r>
              <a:rPr dirty="0" spc="-55"/>
              <a:t> </a:t>
            </a:r>
            <a:r>
              <a:rPr dirty="0"/>
              <a:t>SQL</a:t>
            </a:r>
            <a:r>
              <a:rPr dirty="0" spc="-45"/>
              <a:t> </a:t>
            </a:r>
            <a:r>
              <a:rPr dirty="0"/>
              <a:t>queries</a:t>
            </a:r>
            <a:r>
              <a:rPr dirty="0" spc="-55"/>
              <a:t> </a:t>
            </a:r>
            <a:r>
              <a:rPr dirty="0" spc="-10"/>
              <a:t>included</a:t>
            </a:r>
          </a:p>
          <a:p>
            <a:pPr>
              <a:lnSpc>
                <a:spcPct val="100000"/>
              </a:lnSpc>
              <a:spcBef>
                <a:spcPts val="585"/>
              </a:spcBef>
              <a:buFont typeface="Segoe UI Symbol"/>
              <a:buChar char="✓"/>
            </a:pPr>
          </a:p>
          <a:p>
            <a:pPr marL="302260" indent="-289560">
              <a:lnSpc>
                <a:spcPct val="100000"/>
              </a:lnSpc>
              <a:buFont typeface="Segoe UI Symbol"/>
              <a:buChar char="✓"/>
              <a:tabLst>
                <a:tab pos="302260" algn="l"/>
              </a:tabLst>
            </a:pPr>
            <a:r>
              <a:rPr dirty="0" spc="-40"/>
              <a:t>Total</a:t>
            </a:r>
            <a:r>
              <a:rPr dirty="0" spc="-45"/>
              <a:t> </a:t>
            </a:r>
            <a:r>
              <a:rPr dirty="0"/>
              <a:t>records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this</a:t>
            </a:r>
            <a:r>
              <a:rPr dirty="0" spc="-40"/>
              <a:t> </a:t>
            </a:r>
            <a:r>
              <a:rPr dirty="0"/>
              <a:t>set:</a:t>
            </a:r>
            <a:r>
              <a:rPr dirty="0" spc="-35"/>
              <a:t> </a:t>
            </a:r>
            <a:r>
              <a:rPr dirty="0" spc="-25"/>
              <a:t>100</a:t>
            </a:r>
          </a:p>
          <a:p>
            <a:pPr>
              <a:lnSpc>
                <a:spcPct val="100000"/>
              </a:lnSpc>
              <a:spcBef>
                <a:spcPts val="585"/>
              </a:spcBef>
              <a:buFont typeface="Segoe UI Symbol"/>
              <a:buChar char="✓"/>
            </a:pPr>
          </a:p>
          <a:p>
            <a:pPr marL="302260" indent="-289560">
              <a:lnSpc>
                <a:spcPct val="100000"/>
              </a:lnSpc>
              <a:buFont typeface="Segoe UI Symbol"/>
              <a:buChar char="✓"/>
              <a:tabLst>
                <a:tab pos="302260" algn="l"/>
              </a:tabLst>
            </a:pPr>
            <a:r>
              <a:rPr dirty="0" spc="-10"/>
              <a:t>Database</a:t>
            </a:r>
            <a:r>
              <a:rPr dirty="0" spc="-40"/>
              <a:t> </a:t>
            </a:r>
            <a:r>
              <a:rPr dirty="0"/>
              <a:t>name:</a:t>
            </a:r>
            <a:r>
              <a:rPr dirty="0" spc="-55"/>
              <a:t> </a:t>
            </a:r>
            <a:r>
              <a:rPr dirty="0" spc="-10"/>
              <a:t>LIBRARY_DB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2026-09-21T06:26:49Z</dcterms:created>
  <dcterms:modified xsi:type="dcterms:W3CDTF">2026-09-21T06:26:49Z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2026-09-20T00:00:00Z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2026-09-21T00:00:00Z</vt:filetime>
  </property>
  <property fmtid="{D5CDD505-2E9C-101B-9397-08002B2CF9AE}" pid="6" name="Producer">
    <vt:lpwstr>Adobe PDF Services</vt:lpwstr>
  </property>
</Properties>
</file>